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3ab6040-c4f3-a070-b2e6-7745cddea185}">
          <p14:sldIdLst>
            <p14:sldId id="256"/>
            <p14:sldId id="257"/>
            <p14:sldId id="258"/>
          </p14:sldIdLst>
        </p14:section>
        <p14:section name="Instalar" id="{be4a2987-00cc-a549-4103-a35611470baf}">
          <p14:sldIdLst>
            <p14:sldId id="259"/>
            <p14:sldId id="260"/>
            <p14:sldId id="261"/>
          </p14:sldIdLst>
        </p14:section>
        <p14:section name="Conceitos" id="{8ece4e8e-8539-5db0-f14a-f2950c91b00a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ffcc428e-c93b-fe83-6ea0-23d35572666c}">
          <p14:sldIdLst>
            <p14:sldId id="271"/>
            <p14:sldId id="272"/>
            <p14:sldId id="273"/>
            <p14:sldId id="274"/>
          </p14:sldIdLst>
        </p14:section>
        <p14:section name="Projeto 1" id="{c92eecde-06a4-847c-cb18-c8d05cfaa5d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c47df3d8-7745-ad73-65a3-e65dfe7f6436}">
          <p14:sldIdLst>
            <p14:sldId id="291"/>
            <p14:sldId id="292"/>
          </p14:sldIdLst>
        </p14:section>
        <p14:section name="Projeto 2" id="{5671fe03-0c4d-bc75-0052-7e73331ae009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c068fd30-9d69-1ce7-5621-2a75f12adb9e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(v1.0.0-rc.1).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waves: tudo o que está pronto corre em paralelo. As três tarefas de criptografia esperam pelo lib-hash, uma dependência real dentro da wave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tarefas. Logo a seguir cada pessoa faz o mesmo com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tarefas. À esquerda, a página /status: cada quadrado é uma tarefa, amarelo enquanto um agente trabalha e verde quando o teste passa. À direita, o terminal com os lotes de agentes. O tempo e o custo são os reais.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No benchmark, o swarm de 15 tarefas demorou 2 a 3 minutos (a sessão completa, 3,5 a 5);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wave 1, o lib-hash e as tarefas dos desafios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uma tarefa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(2 a 3 no benchmark;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tools/routine.mjs --install --yes (sem --yes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agentes, até 8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 medido em 16 execuções reais: média US$ 1,02,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platform.claude.com/docs/en/about-claude/pricing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wave pode ter vários)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vídeo: 100 tarefas. No teu portátil: 15.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fazes a tua, com 15.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19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desafios, o lib-hash e duas páginas: uma tarefa cada</a:t>
            </a:r>
            <a:endParaRPr lang="en-US" sz="19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waves, o diagrama e o custo</a:t>
            </a:r>
            <a:endParaRPr lang="en-US" sz="17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PLAN.md: o grafo com as dependências, as waves e a estimativa de custo.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tarefa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uma tarefa e o teste dessa tarefa, e usa o modelo certo: Haiku para o grosso do trabalho.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/status no browser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http://localhost:3000/status: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5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parte: fica fora da conversa e o swarm continua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tools/workshop/orchestrator/grade.mjs --all e corrige a primeira tarefa vermelha com o agente implementer; termina quando estiver tudo verde</a:t>
            </a:r>
            <a:endParaRPr lang="en-US" sz="14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notice-background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notice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US$ 1,02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~/Applications/"Agent Memory.app"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38728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21608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6908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2026-10-16T23:47:24Z</dcterms:created>
  <dcterms:modified xsi:type="dcterms:W3CDTF">2026-10-16T23:47:24Z</dcterms:modified>
</cp:coreProperties>
</file>