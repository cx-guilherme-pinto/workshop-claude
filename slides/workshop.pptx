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c664856-d54c-f4e8-2f2b-8793f1c6ccf9}">
          <p14:sldIdLst>
            <p14:sldId id="256"/>
            <p14:sldId id="257"/>
            <p14:sldId id="258"/>
          </p14:sldIdLst>
        </p14:section>
        <p14:section name="Instalar" id="{ea9cc6b1-c1b0-8a57-5f0f-5aabece5b663}">
          <p14:sldIdLst>
            <p14:sldId id="259"/>
            <p14:sldId id="260"/>
            <p14:sldId id="261"/>
          </p14:sldIdLst>
        </p14:section>
        <p14:section name="Conceitos" id="{591e8c5d-68fd-8fd7-da02-fb41e86d580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382074f2-4065-7977-7e4d-626a205ac180}">
          <p14:sldIdLst>
            <p14:sldId id="271"/>
            <p14:sldId id="272"/>
            <p14:sldId id="273"/>
            <p14:sldId id="274"/>
          </p14:sldIdLst>
        </p14:section>
        <p14:section name="Projeto 1" id="{af1f48e9-34e9-b6e0-2b4b-731dc2ac2a6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0918c2a2-5c8b-fea4-6d3b-8fe5d377edd3}">
          <p14:sldIdLst>
            <p14:sldId id="291"/>
            <p14:sldId id="292"/>
          </p14:sldIdLst>
        </p14:section>
        <p14:section name="Projeto 2" id="{a36f4334-41e6-49b7-713f-77799f25cb92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38c22c5e-82ab-1867-84c5-2138014e1b58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de memória: memoria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faz o mesmo com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/estado: cada quadrado é uma tarefa, amarelo enquanto um agente trabalha e verde quando o teste passa. À direita, o terminal com os lotes de agentes. O tempo e o custo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No benchmark, o swarm de 15 tarefas demorou 2 a 3 minutos (a sessão completa, 3,5 a 5);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(2 a 3 no benchmark;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tools/rotina.mjs --instalar --sim (sem --sim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~/.memoria,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ULO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ECHO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CA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Image 1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rox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agentes, até 8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 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o-icone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o-icone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o-no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o-icone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o-no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o-icone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o-icone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o-no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m-legenda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apresenta-marca-0-circulo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presenta-marca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apresenta-titulo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apresenta-texto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apresenta-marca-1-circulo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presenta-marca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apresenta-titulo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apresenta-texto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apresenta-marca-2-circulo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presenta-marca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apresenta-titulo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apresenta-texto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vídeo: 100 tarefas. No teu portátil: 15.</a:t>
            </a:r>
            <a:endParaRPr lang="en-US" sz="1500" dirty="0"/>
          </a:p>
        </p:txBody>
      </p:sp>
      <p:sp>
        <p:nvSpPr>
          <p:cNvPr id="18" name="legenda-fundo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legenda-estado-titulo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legenda-estado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legenda-estado-rotulo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legenda-estado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legenda-estado-rotulo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legenda-estado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legenda-estado-rotulo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legenda-estado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legenda-estado-rotulo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fazes a tua, com 15.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legenda-estado-fundo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legenda-estado-titulo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legenda-estado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legenda-estado-rotulo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legenda-estado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legenda-estado-rotulo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legenda-estado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legenda-estado-rotulo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legenda-estado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legenda-estado-rotulo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legenda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jog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desafios, o lib-hash e duas páginas: uma tarefa cada</a:t>
            </a:r>
            <a:endParaRPr lang="en-US" sz="19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memoria_procurar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PLANO.md: o grafo com as dependências, as waves e a estimativa de custo.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onda-modelo-icone-0-circulo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onda-modelo-icone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onda-modelo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onda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rotulo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cartao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cartao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cartao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cartao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cartao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i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i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i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ipto-rotulo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seta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onda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onda-no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onda-modelo-icone-1-circulo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onda-modelo-icone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onda-modelo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onda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onda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onda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seta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onda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onda-no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onda-modelo-icone-2-circulo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onda-modelo-icone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onda-modelo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onda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onda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seta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onda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onda-no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onda-modelo-icone-3-circulo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onda-modelo-icone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onda-modelo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onda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onda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legenda-estado-titulo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legenda-estado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legenda-estado-rotulo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legenda-estado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legenda-estado-rotulo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legenda-estado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legenda-estado-rotulo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legenda-estado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legenda-estado-rotulo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/estado no browser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parte: fica fora da conversa e o swarm continua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ia-marca-0-circulo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ia-marca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ia-titulo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ia-texto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ia-marca-1-circulo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ia-marca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ia-titulo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ia-texto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ia-marca-2-circulo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ia-marca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ia-titulo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ia-texto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tools/workshop/orquestrador/grade.mjs --todos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aviso-fundo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viso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moldura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m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538728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721608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06908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memoria</a:t>
            </a:r>
            <a:endParaRPr lang="en-US" sz="20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passo-numero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passo-titulo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passo-texto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uxo-seta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passo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asso-numero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passo-titulo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passo-texto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uxo-seta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passo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passo-numero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passo-titulo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passo-texto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uxo-seta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passo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asso-numero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asso-titulo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passo-texto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uxo-seta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passo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passo-numero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passo-titulo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passo-texto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18689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"$HOME/.workshop-claude/kit/orquestrador/painel.mjs"</a:t>
            </a:r>
            <a:endParaRPr lang="en-US" sz="1400" dirty="0"/>
          </a:p>
        </p:txBody>
      </p:sp>
      <p:sp>
        <p:nvSpPr>
          <p:cNvPr id="12" name="esperado-marca-circulo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sperado-marca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faca-esperado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ca-0-circulo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ca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na-titulo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na-texto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ca-1-circulo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ca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na-titulo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na-texto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ca-2-circulo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ca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na-titulo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7" name="coluna-texto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a-numero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a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a-numero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a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a-numero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a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a-numero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a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a-numero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a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Memória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rodape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2026-10-16T21:56:01Z</dcterms:created>
  <dcterms:modified xsi:type="dcterms:W3CDTF">2026-10-16T21:56:01Z</dcterms:modified>
</cp:coreProperties>
</file>