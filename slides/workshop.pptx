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8daadb3-533a-ab0e-937c-4f9fcc2aed17}">
          <p14:sldIdLst>
            <p14:sldId id="256"/>
            <p14:sldId id="257"/>
            <p14:sldId id="258"/>
          </p14:sldIdLst>
        </p14:section>
        <p14:section name="Instalar" id="{42cb5db4-bb4d-7f70-6dd0-e9b4098f01a2}">
          <p14:sldIdLst>
            <p14:sldId id="259"/>
            <p14:sldId id="260"/>
            <p14:sldId id="261"/>
          </p14:sldIdLst>
        </p14:section>
        <p14:section name="Conceitos" id="{34016653-1764-510e-6e90-5450ccb0fedf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7ec57f7a-1e68-254f-4b24-53ccc93d990b}">
          <p14:sldIdLst>
            <p14:sldId id="271"/>
            <p14:sldId id="272"/>
            <p14:sldId id="273"/>
            <p14:sldId id="274"/>
          </p14:sldIdLst>
        </p14:section>
        <p14:section name="Projeto 1" id="{1e54cf49-3888-3d2b-eb62-37001d03546e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f481f55c-6f1c-4510-8415-e54dde383944}">
          <p14:sldIdLst>
            <p14:sldId id="291"/>
            <p14:sldId id="292"/>
          </p14:sldIdLst>
        </p14:section>
        <p14:section name="Projeto 2" id="{9f35ac60-af6b-512c-07d1-ea58cc2bcb07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93010385-b15a-eafb-6177-7f22211fb5a7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(v1.0.0-rc.2).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waves: tudo o que está pronto corre em paralelo. As três tarefas de criptografia esperam pelo lib-hash, uma dependência real dentro da wave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8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tarefas. À esquerda, a página /status: cada quadrado é uma tarefa, amarelo enquanto um agente trabalha e verde quando o teste passa. À direita, o terminal com os lotes de agentes. O tempo e o custo são os reais.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Na medição, o swarm das 100 tarefas demorou 6,5 min (a sessão completa, 9 min);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wave 1, o lib-hash e as tarefas dos desafios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uma tarefa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(6,5 min na medição; mais com contas novas).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tools/routine.mjs --install --yes (sem --yes só mostra o que faria),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foram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ids, dependências, ciclos e agentes conhecidos. As tarefas que mexem nos mesmos ficheiros ficam em lotes diferentes, na altura do swarm. A integração e a revisão são acrescentadas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com as 100 tarefas: US$ 3,39 numa execução real completa (9 min).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https://github.com/cx-guilherme-pinto/workshop-claude/releases/download/v1.0.0-rc.2/setup-mac.sh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https://github.com/cx-guilherme-pinto/workshop-claude/releases/download/v1.0.0-rc.2/bootstrap-windows.ps1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0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0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 ({{PRICING_DATA}}).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US$ 0,0018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80%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 (uma wave pode ter vários)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real gravada (plan, swarm, review e cost):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19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tarefas: 100 desafios, o lib-hash, 2 páginas, a integração e a revisão</a:t>
            </a:r>
            <a:endParaRPr lang="en-US" sz="19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5890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921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waves, o diagrama e o custo</a:t>
            </a:r>
            <a:endParaRPr lang="en-US" sz="17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especificações da Arena (resumidas no TASKS.md). Saem o plan.json e o PLAN.md: o grafo com as dependências, as waves e a estimativa de custo.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US$ 3,70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tarefa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uma tarefa e o teste dessa tarefa, e usa o modelo certo: Haiku para o grosso do trabalho.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/status no browser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http://localhost:3000/status: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96697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299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5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Code avisa, um script reage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371039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tools/workshop/hooks/subagent-stop.mjs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definido: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5.5 · sessão US$ 0,42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projeto US$ 1,10 de US$ 5,00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swarm 12✓ 2… 1✗ · 3 min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face ao alvo de US$ 5.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subscrição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procura quadrados vermelhos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houver, deixa um /loop corrigi-los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tools/workshop/orchestrator/grade.mjs --all e corrige a primeira tarefa vermelha com o agente implementer; termina quando estiver tudo verde</a:t>
            </a:r>
            <a:endParaRPr lang="en-US" sz="14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termina sozinho quando a suite de testes fica verde</a:t>
            </a:r>
            <a:endParaRPr lang="en-US" sz="1800" dirty="0"/>
          </a:p>
        </p:txBody>
      </p:sp>
      <p:sp>
        <p:nvSpPr>
          <p:cNvPr id="12" name="notice-background"/>
          <p:cNvSpPr/>
          <p:nvPr/>
        </p:nvSpPr>
        <p:spPr>
          <a:xfrm>
            <a:off x="6773875" y="384048"/>
            <a:ext cx="48691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notice"/>
          <p:cNvSpPr txBox="1"/>
          <p:nvPr/>
        </p:nvSpPr>
        <p:spPr>
          <a:xfrm>
            <a:off x="6938467" y="384048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comando está no Teams: copia-o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US$ 3,39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5605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04895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87775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35247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(ABC-123) ou do GitHub (#42)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gasta menos contexto do que um MCP e não partilha tokens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 e o worklog. GitHub: o PR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2026-10-17T16:00:42Z</dcterms:created>
  <dcterms:modified xsi:type="dcterms:W3CDTF">2026-10-17T16:00:42Z</dcterms:modified>
</cp:coreProperties>
</file>