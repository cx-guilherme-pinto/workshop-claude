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995272a-aef7-a19b-989e-5aa1cc0da2d7}">
          <p14:sldIdLst>
            <p14:sldId id="256"/>
            <p14:sldId id="257"/>
            <p14:sldId id="258"/>
          </p14:sldIdLst>
        </p14:section>
        <p14:section name="Instalar" id="{78c06004-f0e2-3811-7cfc-bf0b661276bb}">
          <p14:sldIdLst>
            <p14:sldId id="259"/>
            <p14:sldId id="260"/>
            <p14:sldId id="261"/>
          </p14:sldIdLst>
        </p14:section>
        <p14:section name="Conceitos" id="{d97ad4e5-0d1c-7ec3-4b0a-34eef68e0e2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70d91a2e-791a-d9c1-f8d9-68c8aca42d9f}">
          <p14:sldIdLst>
            <p14:sldId id="271"/>
            <p14:sldId id="272"/>
            <p14:sldId id="273"/>
            <p14:sldId id="274"/>
          </p14:sldIdLst>
        </p14:section>
        <p14:section name="Projeto 1" id="{72194c76-a79b-82b1-ed65-481a9ba18f37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169a0c7a-4287-2468-cb5d-0721eb5e542e}">
          <p14:sldIdLst>
            <p14:sldId id="291"/>
            <p14:sldId id="292"/>
          </p14:sldIdLst>
        </p14:section>
        <p14:section name="Projeto 2" id="{4045079e-2bcd-d888-5d30-6c71446ad6df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4906f315-7d46-64f5-d1b8-de550e582741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(v1.0.0-rc.1). Para atualizar só a app de memória: memoria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/estado: cada quadrado é uma tarefa, amarelo enquanto um agente trabalha e verde quando o teste passa. À direita, o terminal com os lotes de agentes. O tempo e o custo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Na medição, o swarm das 100 tarefas demorou 6,5 min (a sessão completa, 9 min);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(6,5 min na medição;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tools/rotina.mjs --instalar --sim (sem --sim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~/.memoria,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ULO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FECHO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CA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Image 1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rox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com as 100 tarefas: US$ 3,39 numa execução real completa (9 min).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o-icone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o-icone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o-no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o-icone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o-no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o-icone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o-icone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o-no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platform.claude.com/docs/en/about-claude/pricing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m-legenda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apresenta-marca-0-circulo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presenta-marca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apresenta-titulo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apresenta-texto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apresenta-marca-1-circulo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presenta-marca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apresenta-titulo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apresenta-texto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apresenta-marca-2-circulo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presenta-marca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apresenta-titulo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apresenta-texto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a-fundo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legenda-estado-titulo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legenda-estado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legenda-estado-rotulo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legenda-estado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legenda-estado-rotulo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legenda-estado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legenda-estado-rotulo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legenda-estado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legenda-estado-rotulo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legenda-estado-fundo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legenda-estado-titulo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legenda-estado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legenda-estado-rotulo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legenda-estado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legenda-estado-rotulo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legenda-estado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legenda-estado-rotulo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legenda-estado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legenda-estado-rotulo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legenda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jog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tarefas: 100 desafios, o lib-hash, 2 páginas, a integração e a revisão</a:t>
            </a:r>
            <a:endParaRPr lang="en-US" sz="19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memoria_procurar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PLANO.md: o grafo com as dependências, as waves e a estimativa de custo.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/estado no browser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tools/workshop/orquestrador/grade.mjs --todos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aviso-fundo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aviso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35605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memoria</a:t>
            </a:r>
            <a:endParaRPr lang="en-US" sz="19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504895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687775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035247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memoria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18689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"$HOME/.workshop-claude/kit/orquestrador/painel.mjs"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a-numero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a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a-numero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a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rodape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2026-10-16T23:08:02Z</dcterms:created>
  <dcterms:modified xsi:type="dcterms:W3CDTF">2026-10-16T23:08:02Z</dcterms:modified>
</cp:coreProperties>
</file>