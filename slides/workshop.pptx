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64314fe5-3502-8bd7-6fd0-7c7f36a7cbf4}">
          <p14:sldIdLst>
            <p14:sldId id="256"/>
            <p14:sldId id="257"/>
            <p14:sldId id="258"/>
          </p14:sldIdLst>
        </p14:section>
        <p14:section name="Instalar" id="{142e5390-5c81-766d-65cc-7c73c05f1f13}">
          <p14:sldIdLst>
            <p14:sldId id="259"/>
            <p14:sldId id="260"/>
            <p14:sldId id="261"/>
          </p14:sldIdLst>
        </p14:section>
        <p14:section name="Conceitos" id="{37cf78ec-efdf-2ff9-a0a5-661657f263d7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Preview" id="{742e4483-8eb9-c2ea-387c-599183a9dcce}">
          <p14:sldIdLst>
            <p14:sldId id="271"/>
            <p14:sldId id="272"/>
            <p14:sldId id="273"/>
            <p14:sldId id="274"/>
          </p14:sldIdLst>
        </p14:section>
        <p14:section name="Projeto 1" id="{2bd5e13b-f8ae-6e85-015c-c42a2c13c6d5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Memória" id="{45bddd86-cd2c-866b-883b-d768d4cffd12}">
          <p14:sldIdLst>
            <p14:sldId id="291"/>
            <p14:sldId id="292"/>
          </p14:sldIdLst>
        </p14:section>
        <p14:section name="Projeto 2" id="{1dc66d6a-95a2-95c4-9c1f-2db88f714974}">
          <p14:sldIdLst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Encerramento" id="{d8e0ff2d-c3af-21c5-809e-338a8c2bae77}">
          <p14:sldIdLst>
            <p14:sldId id="300"/>
            <p14:sldId id="301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a pessoa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20 minutos). O mesmo comando serve para instalar noutra máquina. Os comandos são gerados a partir do repos.conf: estão sempre certos para a versão publicada (v1.0.0-rc.1). Para atualizar só a app Agent Memory: agent-memory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doctor verifica tudo e, se algum passo falhou, pede um diagnóstico ao Claude: envia o estado de cada passo e o fim do log, sem segredos. Não executa nada. Voltar a correr o comando de instalação repete só os passos que faltam; aí, em cada falha, o Claude propõe comandos e só os corre com confirmação, um a um. Se o Claude ainda não estiver instalado, aparece a ajuda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14:30] 2 min · deves estar aqui aos 13 min
As skills substituíram os slash commands antigos. O frontmatter fixa o modelo e as ferramentas autorizadas. Hoje vamos usar dois conjuntos: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 → 16:30] 2 min · deves estar aqui aos 15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[16:30 → 18:30] 2 min · deves estar aqui aos 17 min
O swarm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[18:30 → 20:30] 2 min · deves estar aqui aos 19 min
O plano é um grafo de dependências. Executamos por waves: tudo o que está pronto corre em paralelo. As três tarefas de criptografia esperam pelo lib-hash, uma dependência real dentro da wave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 → 22:00] 1,5 min · deves estar aqui aos 21 min
Com 8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23:30] 1,5 min · deves estar aqui aos 22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É o mesmo ciclo nos dois projetos: planear com Opus, executar em swarm,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25:30] 1 min · deves estar aqui aos 25 min
Antes do vídeo, dizer o que vai ser construído. A Arena é um mini-jogo de segurança: cada tarefa cria um desafio pequeno (encontrar a linha que expõe um segredo, escolher o site verdadeiro, ordenar as partes de um URL, escrever uma resposta). A casca da app e os testes já existem; os agentes escrevem os desafios, uma tarefa cada. Explicar as cores agora, porque vão aparecer em todo o lado: cada quadrado é uma tarefa,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 → 26:00] 0,5 min · deves estar aqui aos 26 min
Ponte para o Projeto 1. O que vão ver é o ciclo do slide anterior (plan → swarm → review → cost → memória) numa execução real com 100 tarefas. Logo a seguir cada pessoa constrói a mesma Arena, com até 8 agentes em paralelo.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28:30] 2,5 min · deves estar aqui aos 26 min
Vídeo acelerado de uma execução real com 100 tarefas. À esquerda, a página /status: cada quadrado é uma tarefa, amarelo enquanto um agente trabalha e verde quando o teste passa. À direita, o terminal com os lotes de agentes. O tempo e o custo são os reais. Plano B se o vídeo falhar: abrir /status?replay=recording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[28:30 → 29:30] 1 min · deves estar aqui aos 29 min
Gravação a jogar a Arena final: apontar a linha insegura, escolher a resposta certa, ordenar os passos e escrever a resposta. Cada desafio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30:00] 0,5 min · deves estar aqui aos 30 min
25 minutos de hands-on. Na medição, o swarm das 100 tarefas demorou 6,5 min (a sessão completa, 9 min);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→ 31:00] 1 min · deves estar aqui aos 30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Explicar antes de correr. Uma skill não é magia: é uma receita em Markdown que o Claude segue. Aqui ela chama um script que gera o grafo (sempre o mesmo, a partir das tarefas) e um agente Opus que só o revê. O resultado fica em ficheiros que podem abrir e 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Nas versões recentes do Claude Code, como a Arena pré-aprova permissões, a opção já selecionada é "No, exit": quem carregar Enter sai. Mostrar a seta para baixo.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Mostrar o plano de alguém no projetor. Na wave 1, o lib-hash e as tarefas dos desafios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38:30] 1,5 min · deves estar aqui aos 37 min
Explicar antes de correr. O ponto importante: quem escolhe o que corre é um script, não o modelo. Por isso o custo e o tempo são previsíveis. Se uma tarefa falhar, o script repete-o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[38:30 → 40:30] 2 min · deves estar aqui aos 39 min
A partir daqui o swarm trabalha alguns minutos (6,5 min na medição; mais com contas novas).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[40:30 → 42:30] 2 min · deves estar aqui aos 41 min
O /btw responde ao lado, sem entrar na conversa. Atenção: enquanto o painel da resposta está aberto, os resultados dos agentes ficam à espera (o Claude Code mostra "background task updates waiting while this panel is open"). Lê e carrega em Esc para o swarm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[42:30 → 44:00] 1,5 min · deves estar aqui aos 43 min
Sem entrar no código. A ideia: o hook é um "quando acontecer X, corre Y", configurado no settings.json. O Claude escreve hooks muito bem: basta descrever o que se quer. Mostrar o /hooks para ver os que estão 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45:00] 1 min · deves estar aqui aos 44 min
Mostrar a statusline a mudar enquanto os agentes terminam. O hook grava, a statusline mostra: as duas peças juntas dão o custo ao vivo.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48:00] 3 min · deves estar aqui aos 45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49:30] 1,5 min · PODE SALTAR · deves estar aqui aos 48 min
Saltar se houver atraso. Exemplo de rotina: uma revisão de segurança diária com node tools/routine.mjs --install --yes (sem --yes só mostra o que faria),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[49:30 → 51:30] 2 min · deves estar aqui aos 50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[51:30 → 53:30] 2 min · deves estar aqui aos 52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[53:30 → 55:30] 2 min · deves estar aqui aos 54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[55:30 → 57:30] 2 min · deves estar aqui aos 56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[57:30 → 59:30] 2 min · deves estar aqui aos 58 min
São ficheiros Markdown em ~/.agent-memory, com um índice SQLite. Fica tudo só no teu portátil.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[59:30 → 62:30] 3 min · deves estar aqui aos 60 min
A app abre na tua língua nativa e tem um seletor de língua. Rotinas, worktrees e o modo headless já foram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[62:30 → 63:00] 0,5 min · deves estar aqui aos 63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[63:00 → 64:30] 1,5 min · deves estar aqui aos 63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[64:30 → 68:30] 4 min · deves estar aqui aos 65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[68:30 → 73:30] 5 min · deves estar aqui aos 69 min
O planner (Opus) propõe o grafo e um script valida-o: ids, dependências, ciclos e agentes conhecidos. As tarefas que mexem nos mesmos ficheiros ficam em lotes diferentes, na altura do swarm. A integração e a revisão são acrescentadas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[73:30 → 83:30] 10 min · deves estar aqui aos 74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[83:30 → 84:30] 1 min · PODE SALTAR · deves estar aqui aos 84 min
Saltar se houver atraso. O MCP da Atlassian gasta créditos Rovo da empresa e o administrador pode limitá-lo. Se o MCP falhar, as skills usam o Atlassian CLI oficial (acli), que o setup já instalou: lê a issue e publica os comentários; as horas registam-se à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[84:30 → 86:30] 2 min · deves estar aqui aos 85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[86:30 → 88:30] 2 min · deves estar aqui aos 87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LE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TION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logo" descr="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-IT-NOW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8-1.mp4"/><Relationship Id="rId2" Type="http://schemas.microsoft.com/office/2007/relationships/media" Target="../media/media-18-1.mp4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9-1.mp4"/><Relationship Id="rId2" Type="http://schemas.microsoft.com/office/2007/relationships/media" Target="../media/media-19-1.mp4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100 desafios, até 8 agentes em paralelo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1, com as 100 tarefas: US$ 3,39 numa execução real completa (9 min).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https://github.com/cx-guilherme-pinto/workshop-claude/releases/download/v1.0.0-rc.1/setup-mac.sh | bash</a:t>
            </a:r>
            <a:endParaRPr lang="en-US" sz="14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72561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75544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102913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https://github.com/cx-guilherme-pinto/workshop-claude/releases/download/v1.0.0-rc.1/bootstrap-windows.ps1 | iex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"Check complete: everything is ready for the workshop." (o setup fala inglês)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diagnóstico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os passos e volta a correr o comando de instalação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falhou, porquê e como resolver; a instalação repete só o que falta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e a tua memória via MCP; GitHub com o gh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e-background"/>
          <p:cNvSpPr/>
          <p:nvPr/>
        </p:nvSpPr>
        <p:spPr>
          <a:xfrm>
            <a:off x="548640" y="2148840"/>
            <a:ext cx="11094415" cy="34747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777240" y="2331720"/>
            <a:ext cx="10637215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STATE: DONE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1500" dirty="0"/>
          </a:p>
        </p:txBody>
      </p:sp>
      <p:sp>
        <p:nvSpPr>
          <p:cNvPr id="6" name="after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-icon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-icon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model-name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-role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planeamento e revisão</a:t>
            </a:r>
            <a:endParaRPr lang="en-US" sz="2000" dirty="0"/>
          </a:p>
        </p:txBody>
      </p:sp>
      <p:sp>
        <p:nvSpPr>
          <p:cNvPr id="8" name="model-price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9" name="model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-icon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2" name="model-name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-role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lógica difícil</a:t>
            </a:r>
            <a:endParaRPr lang="en-US" sz="2000" dirty="0"/>
          </a:p>
        </p:txBody>
      </p:sp>
      <p:sp>
        <p:nvSpPr>
          <p:cNvPr id="14" name="model-price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5" name="model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-icon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-icon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8" name="model-name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-role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000" dirty="0"/>
          </a:p>
        </p:txBody>
      </p:sp>
      <p:sp>
        <p:nvSpPr>
          <p:cNvPr id="20" name="model-price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21" name="footer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 ({{PRICING_DATA}}).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US$ 0,0018</a:t>
            </a:r>
            <a:endParaRPr lang="en-US" sz="44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uma tarefa pequena feita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80%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100 tarefas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decide o grafo é um script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 (uma wave pode ter vários)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list-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 (o hook Stop mede a sessão principal)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tarefa vira um grafo, revisto pelo Opus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Um desafio do jog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-caption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do jogo: clica na linha que expõe o segredo e confirma.</a:t>
            </a:r>
            <a:endParaRPr lang="en-US" sz="1300" dirty="0"/>
          </a:p>
        </p:txBody>
      </p:sp>
      <p:sp>
        <p:nvSpPr>
          <p:cNvPr id="6" name="intro-mark-0-circle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intro-mark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intro-title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intro-text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intro-mark-1-circle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intro-mark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intro-title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tarefa cria um desafio</a:t>
            </a:r>
            <a:endParaRPr lang="en-US" sz="1900" dirty="0"/>
          </a:p>
        </p:txBody>
      </p:sp>
      <p:sp>
        <p:nvSpPr>
          <p:cNvPr id="13" name="intro-text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escrever a resposta.</a:t>
            </a:r>
            <a:endParaRPr lang="en-US" sz="1500" dirty="0"/>
          </a:p>
        </p:txBody>
      </p:sp>
      <p:sp>
        <p:nvSpPr>
          <p:cNvPr id="14" name="intro-mark-2-circle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intro-mark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intro-title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tarefa</a:t>
            </a:r>
            <a:endParaRPr lang="en-US" sz="1900" dirty="0"/>
          </a:p>
        </p:txBody>
      </p:sp>
      <p:sp>
        <p:nvSpPr>
          <p:cNvPr id="17" name="intro-text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uma tarefa e o teste dessa tarefa diz se ficou certa. No vídeo e no teu portátil: as mesmas 100.</a:t>
            </a:r>
            <a:endParaRPr lang="en-US" sz="1500" dirty="0"/>
          </a:p>
        </p:txBody>
      </p:sp>
      <p:sp>
        <p:nvSpPr>
          <p:cNvPr id="18" name="legend-background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atus-legend-title"/>
          <p:cNvSpPr txBox="1"/>
          <p:nvPr/>
        </p:nvSpPr>
        <p:spPr>
          <a:xfrm>
            <a:off x="777240" y="5779008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20" name="status-legend-0"/>
          <p:cNvSpPr/>
          <p:nvPr/>
        </p:nvSpPr>
        <p:spPr>
          <a:xfrm>
            <a:off x="3362929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status-legend-label-0"/>
          <p:cNvSpPr txBox="1"/>
          <p:nvPr/>
        </p:nvSpPr>
        <p:spPr>
          <a:xfrm>
            <a:off x="3692113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status-legend-1"/>
          <p:cNvSpPr/>
          <p:nvPr/>
        </p:nvSpPr>
        <p:spPr>
          <a:xfrm>
            <a:off x="47502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status-legend-label-1"/>
          <p:cNvSpPr txBox="1"/>
          <p:nvPr/>
        </p:nvSpPr>
        <p:spPr>
          <a:xfrm>
            <a:off x="5079441" y="5779008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24" name="status-legend-2"/>
          <p:cNvSpPr/>
          <p:nvPr/>
        </p:nvSpPr>
        <p:spPr>
          <a:xfrm>
            <a:off x="6945914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status-legend-label-2"/>
          <p:cNvSpPr txBox="1"/>
          <p:nvPr/>
        </p:nvSpPr>
        <p:spPr>
          <a:xfrm>
            <a:off x="727509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status-legend-3"/>
          <p:cNvSpPr/>
          <p:nvPr/>
        </p:nvSpPr>
        <p:spPr>
          <a:xfrm>
            <a:off x="8656574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status-legend-label-3"/>
          <p:cNvSpPr txBox="1"/>
          <p:nvPr/>
        </p:nvSpPr>
        <p:spPr>
          <a:xfrm>
            <a:off x="898575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tarefas, feita por agentes em paralelo. Depois constróis a tua, igual.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100 agentes a construir a Arena</a:t>
            </a:r>
            <a:endParaRPr lang="en-US" sz="3200" dirty="0"/>
          </a:p>
        </p:txBody>
      </p:sp>
      <p:pic>
        <p:nvPicPr>
          <p:cNvPr id="3" name="video-swarm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status-legend-background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tatus-legend-title"/>
          <p:cNvSpPr txBox="1"/>
          <p:nvPr/>
        </p:nvSpPr>
        <p:spPr>
          <a:xfrm>
            <a:off x="777240" y="5213048"/>
            <a:ext cx="2404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200" dirty="0"/>
          </a:p>
        </p:txBody>
      </p:sp>
      <p:sp>
        <p:nvSpPr>
          <p:cNvPr id="6" name="status-legend-0"/>
          <p:cNvSpPr/>
          <p:nvPr/>
        </p:nvSpPr>
        <p:spPr>
          <a:xfrm>
            <a:off x="3181615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status-legend-label-0"/>
          <p:cNvSpPr txBox="1"/>
          <p:nvPr/>
        </p:nvSpPr>
        <p:spPr>
          <a:xfrm>
            <a:off x="3510799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status-legend-1"/>
          <p:cNvSpPr/>
          <p:nvPr/>
        </p:nvSpPr>
        <p:spPr>
          <a:xfrm>
            <a:off x="4519199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status-legend-label-1"/>
          <p:cNvSpPr txBox="1"/>
          <p:nvPr/>
        </p:nvSpPr>
        <p:spPr>
          <a:xfrm>
            <a:off x="4848383" y="5213048"/>
            <a:ext cx="1754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200" dirty="0"/>
          </a:p>
        </p:txBody>
      </p:sp>
      <p:sp>
        <p:nvSpPr>
          <p:cNvPr id="10" name="status-legend-2"/>
          <p:cNvSpPr/>
          <p:nvPr/>
        </p:nvSpPr>
        <p:spPr>
          <a:xfrm>
            <a:off x="6602934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status-legend-label-2"/>
          <p:cNvSpPr txBox="1"/>
          <p:nvPr/>
        </p:nvSpPr>
        <p:spPr>
          <a:xfrm>
            <a:off x="693211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status-legend-3"/>
          <p:cNvSpPr/>
          <p:nvPr/>
        </p:nvSpPr>
        <p:spPr>
          <a:xfrm>
            <a:off x="8238978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status-legend-label-3"/>
          <p:cNvSpPr txBox="1"/>
          <p:nvPr/>
        </p:nvSpPr>
        <p:spPr>
          <a:xfrm>
            <a:off x="8568162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caption"/>
          <p:cNvSpPr txBox="1"/>
          <p:nvPr/>
        </p:nvSpPr>
        <p:spPr>
          <a:xfrm>
            <a:off x="548640" y="57068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real gravada (plan, swarm, review e cost): 6,9 min · US$ 2,55 · 107 agentes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o jogo pronto para usar</a:t>
            </a:r>
            <a:endParaRPr lang="en-US" sz="3200" dirty="0"/>
          </a:p>
        </p:txBody>
      </p:sp>
      <p:pic>
        <p:nvPicPr>
          <p:cNvPr id="3" name="video-g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neste projeto hoje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formatos de desafio e um teste para cada tarefa</a:t>
            </a:r>
            <a:endParaRPr lang="en-US" sz="1900" dirty="0"/>
          </a:p>
        </p:txBody>
      </p:sp>
      <p:sp>
        <p:nvSpPr>
          <p:cNvPr id="7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k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 tarefas: 100 desafios, o lib-hash, 2 páginas, a integração e a revisão</a:t>
            </a:r>
            <a:endParaRPr lang="en-US" sz="1900" dirty="0"/>
          </a:p>
        </p:txBody>
      </p:sp>
      <p:sp>
        <p:nvSpPr>
          <p:cNvPr id="11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k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35890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2921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Read, Agent,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tools/*, memory_search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 → o grafo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agente planner (Opus) revê o plano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as waves, o diagrama e o custo</a:t>
            </a:r>
            <a:endParaRPr lang="en-US" sz="17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passos. Escreves /demo-plan e o Claude segue a receita, sempre igual.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as especificações da Arena (resumidas no TASKS.md). Saem o plan.json e o PLAN.md: o grafo com as dependências, as waves e a estimativa de custo.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tua do Jira ou do GitHub.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escolhe "Yes, I trust this folder" (↓ e Enter: a opção já selecionada é sair)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waves e uma estimativa perto de US$ 3,70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plano: 4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100 tarefas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32506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STATE: DONE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next-wave.mjs → o próximo lote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Lança os agentes do lote, em paralelo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Cada agente faz 1 tarefa e corre o teste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Mostra a tabela: agente, modelo, custo</a:t>
            </a:r>
            <a:endParaRPr lang="en-US" sz="15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script decide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diz o que pode correr agora. O Claude lança só o lote que o script lhe dá: não improvisa.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começa com o contexto limpo, tem uma tarefa e o teste dessa tarefa, e usa o modelo certo: Haiku para o grosso do trabalho.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a página /status no browser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http://localhost:3000/status: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Terminal 1 sem parar o 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/btw e a tua pergunta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resposta e fecha-a com Esc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96697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299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a tarefa cr-01 espera pelo lib-hash?</a:t>
            </a:r>
            <a:endParaRPr lang="en-US" sz="15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à parte, fora da conversa; depois de Esc, o swarm segue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Hooks: o Claude Code avisa, um script reage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2371039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→ comando, no .claude/settings.json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1703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SubagentStop      ← um agente terminou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└─ node tools/workshop/hooks/subagent-stop.mjs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lê os tokens que esse agente gastou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grava o custo em .workshop/usage.jsonl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Outros eventos: PreToolUse, PostToolUse,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UserPromptSubmit, Stop, SessionStart</a:t>
            </a:r>
            <a:endParaRPr lang="en-US" sz="14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comando que o Claude Code corre sozinho num momento definido: antes ou depois de uma ferramenta, quando um agente acaba, no fim da sessão.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Para que serve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Medir, validar, formatar ou bloquear, sempre, sem depender de o modelo se lembrar. Aqui, mede o custo de cada agente.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o teu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Claude: "Cria um hook PostToolUse que corre o prettier em cada ficheiro que editares." Ele escreve-o no settings.json; vês e aprovas no /hooks.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Statusline: a linha de estado é um script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2194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── JSON da sessão ──▶ statusline.mjs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statusline.mjs ──── uma linha ────▶ ecrã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5.5 · sessão US$ 0,42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projeto US$ 1,10 de US$ 5,00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swarm 12✓ 2… 1✗ · 3 min</a:t>
            </a:r>
            <a:endParaRPr lang="en-US" sz="14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que recebe o estado da sessão (modelo, pasta, custo) e devolve uma linha de texto.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kit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que o hook gravou e mostra o custo da sessão e do projeto, ao vivo, face ao alvo de US$ 5.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/statusline e diz o que queres ver, por exemplo "o branch do git e o custo da sessão". O Claude gera o script.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Num terceiro terminal: três funcionalidades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terceiro terminal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acrescentarias uma 11.ª categoria?</a:t>
            </a:r>
            <a:endParaRPr lang="en-US" sz="16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40339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93374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PLAN.md numa frase" --model claude-haiku-5-5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Worktrees e rotinas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git-f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git-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calendar-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subscrição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tudo verde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procura quadrados vermelhos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houver, deixa um /loop corrigi-los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tools/workshop/orchestrator/grade.mjs --all e corrige a primeira tarefa vermelha com o agente implementer; termina quando estiver tudo verde</a:t>
            </a:r>
            <a:endParaRPr lang="en-US" sz="14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termina sozinho quando a suite de testes fica verde</a:t>
            </a:r>
            <a:endParaRPr lang="en-US" sz="1800" dirty="0"/>
          </a:p>
        </p:txBody>
      </p:sp>
      <p:sp>
        <p:nvSpPr>
          <p:cNvPr id="12" name="notice-background"/>
          <p:cNvSpPr/>
          <p:nvPr/>
        </p:nvSpPr>
        <p:spPr>
          <a:xfrm>
            <a:off x="6773875" y="384048"/>
            <a:ext cx="48691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notice"/>
          <p:cNvSpPr txBox="1"/>
          <p:nvPr/>
        </p:nvSpPr>
        <p:spPr>
          <a:xfrm>
            <a:off x="6938467" y="384048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comando está no Teams: copia-o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APPROVED: testes verdes, CSP ativa,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os agentes Haiku com a sessão principal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wave, perto de US$ 3,39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desafio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desafios das tarefas verdes jogam-se;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Procura por projeto, issue ou épico (ex.: arena ou EX-1): lições, &quot;fazer&quot;, &quot;não fazer&quot; e histórico,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projeto, issue ou épico (ex.: arena ou EX-1): lições, "fazer", "não fazer" e histórico,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Agent Memory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35605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"$HOME/Applications/Agent Memory.app"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19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04895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687775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035247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Agent Memory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 teu repositório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do Jira ou do GitHub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Traz a tua tarefa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(ABC-123) ou do GitHub (#42)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2793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8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10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na pasta do projeto, abre o painel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Interrompe com Esc; corre /task-swarm de novo para retomar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040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3075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e GitHub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tick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(MCP + acli)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com login no /mcp; se falhar, o Atlassian CLI (acli auth login)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git-pull-reque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gasta menos contexto do que um MCP e não partilha tokens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 e o worklog. GitHub: o PR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/memory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o modelo executa</a:t>
            </a:r>
            <a:endParaRPr lang="en-US" sz="2400" dirty="0"/>
          </a:p>
        </p:txBody>
      </p:sp>
      <p:sp>
        <p:nvSpPr>
          <p:cNvPr id="9" name="list-number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-number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Agent Memory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footer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2026-10-17T12:06:36Z</dcterms:created>
  <dcterms:modified xsi:type="dcterms:W3CDTF">2026-10-17T12:06:36Z</dcterms:modified>
</cp:coreProperties>
</file>