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067b2576-ec4b-1fe7-9a3a-f0efabcc7e55}">
          <p14:sldIdLst>
            <p14:sldId id="256"/>
            <p14:sldId id="257"/>
            <p14:sldId id="258"/>
          </p14:sldIdLst>
        </p14:section>
        <p14:section name="Instalar" id="{8614285d-ae9b-519b-ecbf-835357d2c5f7}">
          <p14:sldIdLst>
            <p14:sldId id="259"/>
            <p14:sldId id="260"/>
            <p14:sldId id="261"/>
          </p14:sldIdLst>
        </p14:section>
        <p14:section name="Conceitos" id="{41c940ef-f203-6716-6527-6567bd019733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eview" id="{245ca038-4031-b3be-e9d5-6649620c1455}">
          <p14:sldIdLst>
            <p14:sldId id="271"/>
            <p14:sldId id="272"/>
            <p14:sldId id="273"/>
            <p14:sldId id="274"/>
          </p14:sldIdLst>
        </p14:section>
        <p14:section name="Projeto 1" id="{a28caa95-1bbf-c8f5-e571-fe7514d530f1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Memória" id="{7b12d044-0321-e504-f8cd-528e8662b50c}">
          <p14:sldIdLst>
            <p14:sldId id="291"/>
            <p14:sldId id="292"/>
          </p14:sldIdLst>
        </p14:section>
        <p14:section name="Projeto 2" id="{83fdd2c4-c0dc-1d79-c282-0f324a1e4d43}">
          <p14:sldIdLst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Encerramento" id="{cc74c13b-572a-4b6d-d3c1-66539a8db3ff}">
          <p14:sldIdLst>
            <p14:sldId id="300"/>
            <p14:sldId id="301"/>
            <p14:sldId id="3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real de cada 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(v1.0.0-rc.3).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Quinze minutos de ideias, um conceito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14:30] 2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[14:30 → 16:30] 2 min · deves estar aqui aos 15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 → 18:30] 2 min · deves estar aqui aos 17 min
O swarm barato é o de muitos agentes pequenos com instruções claras. O que custa é a coordenação. Por isso o orquestrador é um script e os workers respondem com uma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[18:30 → 20:30] 2 min · deves estar aqui aos 19 min
O plano é um grafo de dependências. Executamos por waves: tudo o que está pronto corre em paralelo. As três tarefas de criptografia esperam pelo lib-hash, uma dependência real dentro da wave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→ 22:00] 1,5 min · deves estar aqui aos 21 min
Com 8 chamadas em paralelo, um modelo esquece dependências ou reescreve prompts. O script é reproduzível: é isso que torna o custo previsível e o benchmark comparável.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23:30] 1,5 min · deves estar aqui aos 22 min
Os hooks são comandos que o Claude Code corre em eventos. O nosso só mede: lê os tokens reais do transcript, multiplica pelos preços publicados e acrescenta uma linha. Nunca bloqueia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É o mesmo ciclo nos dois projetos: planear com Opus, executar em swarm, um gate de segurança, medir e guardar o que se aprendeu.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25:30] 1 min · deves estar aqui aos 25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[25:30 → 26:00] 0,5 min · deves estar aqui aos 26 min
Ponte para o Projeto 1. O que vão ver é o ciclo do slide anterior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[26:00 → 28:30] 2,5 min · deves estar aqui aos 26 min
Vídeo acelerado de uma execução real com 100 tarefas. À esquerda, a página /status: cada quadrado é uma tarefa, amarelo enquanto um agente trabalha e verde quando o teste passa. À direita, o terminal com os lotes de agentes. O tempo e o custo são os reais.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[28:30 → 29:30] 1 min · deves estar aqui aos 29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30:00] 0,5 min · deves estar aqui aos 30 min
25 minutos de hands-on. Na medição, o swarm das 100 tarefas demorou 6,5 min (a sessão completa, 9 min); em modo interativo e com contas novas pode demorar mais. Usamos esse tempo para ver funcionalidades.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[30:00 → 31:00] 1 min · deves estar aqui aos 30 min
Os testes já existem: cada agente só tem de pôr o seu teste verde. É isto que deixa o Haiku fazer o grosso do trabalho com segurança.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Explicar antes de correr. Uma skill não é magia: é uma receita em Markdown que o Claude segue. Aqui ela chama um script que gera o grafo (sempre o mesmo, a partir das tarefas) e um agente Opus que só o revê. O resultado fica em ficheiros que podem abrir e 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Mostrar o plano de alguém no projetor. Na wave 1, o lib-hash e as tarefas dos desafios arrancam juntos; os de criptografia entram assim que o hash fica verde.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38:30] 1,5 min · deves estar aqui aos 37 min
Explicar antes de correr. O ponto importante: quem escolhe o que corre é um script, não o modelo. Por isso o custo e o tempo são previsíveis. Se uma tarefa falhar, o script repete-o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[38:30 → 40:30] 2 min · deves estar aqui aos 39 min
A partir daqui o swarm trabalha alguns minutos (6,5 min na medição; mais com contas novas). Os próximos slides usam esse tempo;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[40:30 → 42:30] 2 min · deves estar aqui aos 41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[42:30 → 44:00] 1,5 min · deves estar aqui aos 43 min
Sem entrar no código. A ideia: o hook é um "quando acontecer X, corre Y", configurado no settings.json. O Claude escreve hooks muito bem: basta descrever o que se quer. Mostrar o /hooks para ver os que estão 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45:00] 1 min · deves estar aqui aos 44 min
Mostrar a statusline a mudar enquanto os agentes terminam. O hook grava, a statusline mostra: as duas peças juntas dão o custo ao vivo.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48:00] 3 min · deves estar aqui aos 45 min
Plan mode só lê e propõe. O claude -p é a base dos scripts e do CI. Esc Esc abre o rewind: repõe código e conversa até um checkpoint, mas não o que foi feito por Bash nem a maior parte do que os subagentes fizeram.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49:30] 1,5 min · PODE SALTAR · deves estar aqui aos 48 min
Saltar se houver atraso. Exemplo de rotina: uma revisão de segurança diária com node tools/routine.mjs --install --yes (sem --yes só mostra o que faria), que regista no launchd ou no Agendador de Tarefas um claude -p "/demo-review --auto".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[49:30 → 51:30] 2 min · deves estar aqui aos 50 min
O /loop repete um prompt a cada intervalo, com a sessão aberta. Esc cancela.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[51:30 → 53:30] 2 min · deves estar aqui aos 52 min
Um jogo de segurança com falhas de segurança seria o pior exemplo. O gate liga cada verificação ao OWASP Top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[53:30 → 55:30] 2 min · deves estar aqui aos 54 min
O relatório usa tokens reais e preços publicados. No fim grava as lições na app de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[55:30 → 57:30] 2 min · deves estar aqui aos 56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[57:30 → 59:30] 2 min · deves estar aqui aos 58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[59:30 → 62:30] 3 min · deves estar aqui aos 60 min
A app abre na tua língua nativa e tem um seletor de língua. Rotinas, worktrees e o modo headless já foram vistos nos momentos de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[62:30 → 63:00] 0,5 min · deves estar aqui aos 63 min
25 minutos.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[63:00 → 64:30] 1,5 min · deves estar aqui aos 63 min
Os /task-* estão instalados ao nível do utilizador e funcionam em qualquer repositório. Toda a escrita no Jira ou no GitHub pede confirmação.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[64:30 → 68:30] 4 min · deves estar aqui aos 65 min
Para o Jira é preciso ter feito login no /mcp (atlassian). O GitHub usa o gh. O intake só lê; não escreve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[68:30 → 73:30] 5 min · deves estar aqui aos 69 min
O planner (Opus) propõe o grafo e um script valida-o: ids, dependências, ciclos e agentes conhecidos. As tarefas que mexem nos mesmos ficheiros ficam em lotes diferentes, na altura do swarm. A integração e a revisão são acrescentadas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[73:30 → 83:30] 10 min · deves estar aqui aos 74 min
O estado fica em .workshop/. Voltar a correr /task-swarm retoma. Tarefas que mexem nos mesmos ficheiros vão em lotes diferentes, ou em git worktrees se o planner o decidir.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[83:30 → 84:30] 1 min · PODE SALTAR · deves estar aqui aos 84 min
Saltar se houver atraso. O MCP da Atlassian gasta créditos Rovo da empresa e o administrador pode limitá-lo. Se o MCP falhar, as skills usam o Atlassian CLI oficial (acli), que o setup já instalou: lê a issue e publica os comentários; as horas registam-se à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[84:30 → 86:30] 2 min · deves estar aqui aos 85 min
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[86:30 → 88:30] 2 min · deves estar aqui aos 87 min
Resumo em cinco frases.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real, do Jira ou do GitHub, decomposta e a correr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com as 100 tarefas: US$ 3,39 numa execução real completa (9 min).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https://github.com/cx-guilherme-pinto/workshop-claude/releases/download/v1.0.0-rc.3/setup-mac.sh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72561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55441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2913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https://github.com/cx-guilherme-pinto/workshop-claude/releases/download/v1.0.0-rc.3/bootstrap-windows.ps1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1772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16656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4944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69691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agentes, grafos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2148840"/>
            <a:ext cx="11094415" cy="34747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331720"/>
            <a:ext cx="10637215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Bash(node tools/*)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15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0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1800" dirty="0"/>
          </a:p>
        </p:txBody>
      </p:sp>
      <p:sp>
        <p:nvSpPr>
          <p:cNvPr id="9" name="model-1"/>
          <p:cNvSpPr/>
          <p:nvPr/>
        </p:nvSpPr>
        <p:spPr>
          <a:xfrm>
            <a:off x="4353458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0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1800" dirty="0"/>
          </a:p>
        </p:txBody>
      </p:sp>
      <p:sp>
        <p:nvSpPr>
          <p:cNvPr id="15" name="model-2"/>
          <p:cNvSpPr/>
          <p:nvPr/>
        </p:nvSpPr>
        <p:spPr>
          <a:xfrm>
            <a:off x="8158277" y="1691640"/>
            <a:ext cx="3484778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69748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70332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0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663440"/>
            <a:ext cx="2844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18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 Fonte:  ({{PRICING_DATA}}).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US$ 0,0018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80%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decide o grafo é um script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next-wave.mjs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o estado e devolve o próximo lote de chamadas (uma wave pode ter vários)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exatamente essas chamadas, todas na mesma mensagem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grade.mjs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teste de cada tarefa e decide: verde ou vermelho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100 agentes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real gravada (plan, swarm, review e cost): 6,9 min · US$ 2,55 · 107 agentes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19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tarefas: 100 desafios, o lib-hash, 2 páginas, a integração e a revisão</a:t>
            </a:r>
            <a:endParaRPr lang="en-US" sz="19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5890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921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 → o grafo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agente planner (Opus) revê o plano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as waves, o diagrama e o custo</a:t>
            </a:r>
            <a:endParaRPr lang="en-US" sz="17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passos. Escreves /demo-plan e o Claude segue a receita, sempre igual.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especificações da Arena (resumidas no TASKS.md). Saem o plan.json e o PLAN.md: o grafo com as dependências, as waves e a estimativa de custo.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tua do Jira ou do GitHub.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e 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2821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US$ 3,70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plano: 4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100 tarefas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32506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next-wave.mjs → o próximo lote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Lança os agentes do lote, em paralelo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Cada agente faz 1 tarefa e corre o teste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4. Mostra a tabela: agente, modelo, custo</a:t>
            </a:r>
            <a:endParaRPr lang="en-US" sz="15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script decide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diz o que pode correr agora. O Claude lança só o lote que o script lhe dá: não improvisa.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começa com o contexto limpo, tem uma tarefa e o teste dessa tarefa, e usa o modelo certo: Haiku para o grosso do trabalho.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a página /status no browser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http://localhost:3000/status: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96697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299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5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Hooks: o Claude Code avisa, um script reage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371039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→ comando, no .claude/settings.json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703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SubagentStop      ← um agente terminou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└─ node tools/workshop/hooks/subagent-stop.mjs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lê os tokens que esse agente gastou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grava o custo em .workshop/usage.jsonl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eventos: PreToolUse, PostToolUse,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UserPromptSubmit, Stop, SessionStart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comando que o Claude Code corre sozinho num momento definido: antes ou depois de uma ferramenta, quando um agente acaba, no fim da sessão.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Para que serve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Medir, validar, formatar ou bloquear, sempre, sem depender de o modelo se lembrar. Aqui, mede o custo de cada agente.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o teu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Claude: "Cria um hook PostToolUse que corre o prettier em cada ficheiro que editares." Ele escreve-o no settings.json; vês e aprovas no /hooks.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Statusline: a linha de estado é um script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2194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</a:t>
            </a:r>
            <a:endParaRPr lang="en-US" sz="13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39112"/>
            <a:ext cx="530352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 ── JSON da sessão ──▶ statusline.mjs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statusline.mjs ──── uma linha ────▶ ecrã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5.5 · sessão US$ 0,42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projeto US$ 1,10 de US$ 5,00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swarm 12✓ 2… 1✗ · 3 min</a:t>
            </a:r>
            <a:endParaRPr lang="en-US" sz="14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086" y="1599286"/>
            <a:ext cx="230429" cy="230429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60920" y="15270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é</a:t>
            </a:r>
            <a:endParaRPr lang="en-US" sz="20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60920" y="19385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que recebe o estado da sessão (modelo, pasta, custo) e devolve uma linha de texto.</a:t>
            </a:r>
            <a:endParaRPr lang="en-US" sz="15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086" y="3047086"/>
            <a:ext cx="230429" cy="230429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60920" y="29748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kit</a:t>
            </a:r>
            <a:endParaRPr lang="en-US" sz="20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60920" y="33863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hook gravou e mostra o custo da sessão e do projeto, ao vivo, face ao alvo de US$ 5.</a:t>
            </a:r>
            <a:endParaRPr lang="en-US" sz="15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11480" cy="4114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wand-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7086" y="4494886"/>
            <a:ext cx="230429" cy="230429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60920" y="4422648"/>
            <a:ext cx="42821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</a:t>
            </a:r>
            <a:endParaRPr lang="en-US" sz="20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60920" y="4834128"/>
            <a:ext cx="428213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/statusline e diz o que queres ver, por exemplo "o branch do git e o custo da sessão". O Claude gera o script.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54557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03397"/>
            <a:ext cx="6705295" cy="142372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586277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933749"/>
            <a:ext cx="6248095" cy="756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Worktrees e rotinas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git-f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claude -w experiencia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cópia isolada do repositório, num branch próprio, para trabalhar em paralelo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bran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isolation: worktree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subagente no seu próprio worktree, quando as tarefas mexem nos mesmos ficheiros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calendar-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Rotina local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agendador do sistema corre claude -p todos os dias. O /schedule na cloud exige subscrição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tudo verde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procura quadrados vermelhos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houver, deixa um /loop corrigi-los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2m corre node tools/workshop/orchestrator/grade.mjs --all e corrige a primeira tarefa vermelha com o agente implementer; termina quando estiver tudo verde</a:t>
            </a:r>
            <a:endParaRPr lang="en-US" sz="14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loop termina sozinho quando a suite de testes fica verde</a:t>
            </a:r>
            <a:endParaRPr lang="en-US" sz="1800" dirty="0"/>
          </a:p>
        </p:txBody>
      </p:sp>
      <p:sp>
        <p:nvSpPr>
          <p:cNvPr id="12" name="notice-background"/>
          <p:cNvSpPr/>
          <p:nvPr/>
        </p:nvSpPr>
        <p:spPr>
          <a:xfrm>
            <a:off x="6773875" y="384048"/>
            <a:ext cx="48691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3" name="notice"/>
          <p:cNvSpPr txBox="1"/>
          <p:nvPr/>
        </p:nvSpPr>
        <p:spPr>
          <a:xfrm>
            <a:off x="6938467" y="384048"/>
            <a:ext cx="4539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comando está no Teams: copia-o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US$ 3,39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5605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04895"/>
            <a:ext cx="6705295" cy="13898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87775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35247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tarefa real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 teu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Traz a tua tarefa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Claude Code na raiz do teu projeto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Dá-lhe a issue do Jira (ABC-123) ou do GitHub (#42)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acesso? Usa o projeto de treino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projeto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treino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279392"/>
            <a:ext cx="624809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8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Pequena: 1–3 agentes. Grande: mais, com justificação e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10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156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3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50592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0400"/>
            <a:ext cx="6705295" cy="16605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3280"/>
            <a:ext cx="6248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3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30752"/>
            <a:ext cx="6248095" cy="993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e GitHub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tick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Jira (MCP + acli)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com login no /mcp; se falhar, o Atlassian CLI (acli auth login)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git-pull-reque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GitHub (gh)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auth login: gasta menos contexto do que um MCP e não partilha tokens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Sempre com confirmação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 só depois do teu sim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19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Jira: um comentário por subtarefa e o worklog. GitHub: o PR</a:t>
            </a:r>
            <a:endParaRPr lang="en-US" sz="19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o modelo executa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2026-10-17T21:49:09Z</dcterms:created>
  <dcterms:modified xsi:type="dcterms:W3CDTF">2026-10-17T21:49:09Z</dcterms:modified>
</cp:coreProperties>
</file>