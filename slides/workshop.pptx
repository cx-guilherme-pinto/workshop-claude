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374c2a0-118a-e877-2cf7-35920a175223}">
          <p14:sldIdLst>
            <p14:sldId id="256"/>
            <p14:sldId id="257"/>
            <p14:sldId id="258"/>
          </p14:sldIdLst>
        </p14:section>
        <p14:section name="Instalar" id="{e57fe85f-c34e-c957-23b4-61ed0af30219}">
          <p14:sldIdLst>
            <p14:sldId id="259"/>
            <p14:sldId id="260"/>
            <p14:sldId id="261"/>
          </p14:sldIdLst>
        </p14:section>
        <p14:section name="Conceitos" id="{9b84ce19-767d-a3dc-7934-96272b649fa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290b5988-f8b6-5d9d-601b-a491525c0196}">
          <p14:sldIdLst>
            <p14:sldId id="271"/>
            <p14:sldId id="272"/>
            <p14:sldId id="273"/>
            <p14:sldId id="274"/>
          </p14:sldIdLst>
        </p14:section>
        <p14:section name="Projeto 1" id="{292028a0-7645-cf3f-3d31-e815cf2aab1a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c7043e0b-7dac-2ed5-bddf-1d86393cef5c}">
          <p14:sldIdLst>
            <p14:sldId id="291"/>
            <p14:sldId id="292"/>
          </p14:sldIdLst>
        </p14:section>
        <p14:section name="Projeto 2" id="{29aa2530-a50f-870b-61da-405ddae0bb1d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d5325ecb-87d4-eb58-6661-742051a9a286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(v1.0.0-rc.1). Para atualizar só a app de memória: memoria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cartão é um desafio pequeno (encontrar a linha que expõe um segredo, escolher o site verdadeiro, ordenar as partes de um URL, escrever uma resposta). A casca da app e os testes já existem; os agentes escrevem os cartões. Explicar as cores agora, porque vão aparecer em todo o lado: cada quadrado é um cartão,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cartões. Logo a seguir cada pessoa faz o mesmo com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cartões. À esquerda, a página /estado: cada quadrado é um cartão, amarelo enquanto um agente trabalha e verde quando o teste passa. À direita, o terminal com os lotes de agentes. O tempo e o custo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cartão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No benchmark, o swarm de 15 cartões demorou 2 a 3 minutos (a sessão completa, 3,5 a 5);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 cartão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(2 a 3 no benchmark;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tools/rotina.mjs --instalar --sim (sem --sim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~/.memoria,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ULO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FECHO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CA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Image 1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rox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agentes, até 8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 medido em 16 execuções reais: média US$ 1,02,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o-icone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o-icone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o-no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o-icone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o-no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o-icone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o-icone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o-no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platform.claude.com/docs/en/about-claude/pricing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ondas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onda pode ter vários)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Um cartã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m-legenda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cartão: clica na linha que expõe o segredo e confirma.</a:t>
            </a:r>
            <a:endParaRPr lang="en-US" sz="1300" dirty="0"/>
          </a:p>
        </p:txBody>
      </p:sp>
      <p:sp>
        <p:nvSpPr>
          <p:cNvPr id="6" name="apresenta-marca-0-circulo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presenta-marca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apresenta-titulo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apresenta-texto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apresenta-marca-1-circulo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presenta-marca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apresenta-titulo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cartão é um desafio</a:t>
            </a:r>
            <a:endParaRPr lang="en-US" sz="1900" dirty="0"/>
          </a:p>
        </p:txBody>
      </p:sp>
      <p:sp>
        <p:nvSpPr>
          <p:cNvPr id="13" name="apresenta-texto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apresenta-marca-2-circulo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presenta-marca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apresenta-titulo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cartão</a:t>
            </a:r>
            <a:endParaRPr lang="en-US" sz="1900" dirty="0"/>
          </a:p>
        </p:txBody>
      </p:sp>
      <p:sp>
        <p:nvSpPr>
          <p:cNvPr id="17" name="apresenta-texto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 cartão e o teste desse cartão diz se ficou certo. No vídeo: 100 cartões. No teu portátil: 15.</a:t>
            </a:r>
            <a:endParaRPr lang="en-US" sz="1500" dirty="0"/>
          </a:p>
        </p:txBody>
      </p:sp>
      <p:sp>
        <p:nvSpPr>
          <p:cNvPr id="18" name="legenda-fundo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legenda-estado-titulo"/>
          <p:cNvSpPr txBox="1"/>
          <p:nvPr/>
        </p:nvSpPr>
        <p:spPr>
          <a:xfrm>
            <a:off x="777240" y="5779008"/>
            <a:ext cx="2498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 cartão:</a:t>
            </a:r>
            <a:endParaRPr lang="en-US" sz="1300" dirty="0"/>
          </a:p>
        </p:txBody>
      </p:sp>
      <p:sp>
        <p:nvSpPr>
          <p:cNvPr id="20" name="legenda-estado-0"/>
          <p:cNvSpPr/>
          <p:nvPr/>
        </p:nvSpPr>
        <p:spPr>
          <a:xfrm>
            <a:off x="3275630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legenda-estado-rotulo-0"/>
          <p:cNvSpPr txBox="1"/>
          <p:nvPr/>
        </p:nvSpPr>
        <p:spPr>
          <a:xfrm>
            <a:off x="3604814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legenda-estado-1"/>
          <p:cNvSpPr/>
          <p:nvPr/>
        </p:nvSpPr>
        <p:spPr>
          <a:xfrm>
            <a:off x="46629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legenda-estado-rotulo-1"/>
          <p:cNvSpPr txBox="1"/>
          <p:nvPr/>
        </p:nvSpPr>
        <p:spPr>
          <a:xfrm>
            <a:off x="49921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legenda-estado-2"/>
          <p:cNvSpPr/>
          <p:nvPr/>
        </p:nvSpPr>
        <p:spPr>
          <a:xfrm>
            <a:off x="68586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legenda-estado-rotulo-2"/>
          <p:cNvSpPr txBox="1"/>
          <p:nvPr/>
        </p:nvSpPr>
        <p:spPr>
          <a:xfrm>
            <a:off x="71877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legenda-estado-3"/>
          <p:cNvSpPr/>
          <p:nvPr/>
        </p:nvSpPr>
        <p:spPr>
          <a:xfrm>
            <a:off x="85692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legenda-estado-rotulo-3"/>
          <p:cNvSpPr txBox="1"/>
          <p:nvPr/>
        </p:nvSpPr>
        <p:spPr>
          <a:xfrm>
            <a:off x="88984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cartões, feita por agentes em paralelo. Depois fazes a tua, com 15.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legenda-estado-fundo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legenda-estado-titulo"/>
          <p:cNvSpPr txBox="1"/>
          <p:nvPr/>
        </p:nvSpPr>
        <p:spPr>
          <a:xfrm>
            <a:off x="777240" y="5213048"/>
            <a:ext cx="2323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 cartão:</a:t>
            </a:r>
            <a:endParaRPr lang="en-US" sz="1200" dirty="0"/>
          </a:p>
        </p:txBody>
      </p:sp>
      <p:sp>
        <p:nvSpPr>
          <p:cNvPr id="6" name="legenda-estado-0"/>
          <p:cNvSpPr/>
          <p:nvPr/>
        </p:nvSpPr>
        <p:spPr>
          <a:xfrm>
            <a:off x="3101030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legenda-estado-rotulo-0"/>
          <p:cNvSpPr txBox="1"/>
          <p:nvPr/>
        </p:nvSpPr>
        <p:spPr>
          <a:xfrm>
            <a:off x="3430214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legenda-estado-1"/>
          <p:cNvSpPr/>
          <p:nvPr/>
        </p:nvSpPr>
        <p:spPr>
          <a:xfrm>
            <a:off x="4438615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legenda-estado-rotulo-1"/>
          <p:cNvSpPr txBox="1"/>
          <p:nvPr/>
        </p:nvSpPr>
        <p:spPr>
          <a:xfrm>
            <a:off x="4767799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legenda-estado-2"/>
          <p:cNvSpPr/>
          <p:nvPr/>
        </p:nvSpPr>
        <p:spPr>
          <a:xfrm>
            <a:off x="6522349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legenda-estado-rotulo-2"/>
          <p:cNvSpPr txBox="1"/>
          <p:nvPr/>
        </p:nvSpPr>
        <p:spPr>
          <a:xfrm>
            <a:off x="6851533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legenda-estado-3"/>
          <p:cNvSpPr/>
          <p:nvPr/>
        </p:nvSpPr>
        <p:spPr>
          <a:xfrm>
            <a:off x="8158394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legenda-estado-rotulo-3"/>
          <p:cNvSpPr txBox="1"/>
          <p:nvPr/>
        </p:nvSpPr>
        <p:spPr>
          <a:xfrm>
            <a:off x="848757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legenda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um jogo para jogar</a:t>
            </a:r>
            <a:endParaRPr lang="en-US" sz="3200" dirty="0"/>
          </a:p>
        </p:txBody>
      </p:sp>
      <p:pic>
        <p:nvPicPr>
          <p:cNvPr id="3" name="video-jog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já está pronto e o que falta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cartão e um teste para cada cartão</a:t>
            </a:r>
            <a:endParaRPr lang="en-US" sz="19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lib-hash e duas páginas</a:t>
            </a:r>
            <a:endParaRPr lang="en-US" sz="19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memoria_procurar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ondas, o diagrama e o custo</a:t>
            </a:r>
            <a:endParaRPr lang="en-US" sz="17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PLANO.md: o grafo com as dependências, as ondas e a estimativa de custo.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confia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ondas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cartão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 cartão e o teste desse cartão, e usa o modelo certo: Haiku para o grosso do trabalho.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/estado no browser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cartão cr-01 espera pelo lib-hash?</a:t>
            </a:r>
            <a:endParaRPr lang="en-US" sz="15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parte: fica fora da conversa e o swarm continua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tools/workshop/orquestrador/grade.mjs --todos e corrige o primeiro cartão vermelho com o agente implementer; termina quando estiver tudo verde</a:t>
            </a:r>
            <a:endParaRPr lang="en-US" sz="14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aviso-fundo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aviso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memoria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538728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721608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06908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memoria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18689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"$HOME/.workshop-claude/kit/orquestrador/painel.mjs"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a-numero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a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a-numero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a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Memória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rodape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2026-10-16T20:57:25Z</dcterms:created>
  <dcterms:modified xsi:type="dcterms:W3CDTF">2026-10-16T20:57:25Z</dcterms:modified>
</cp:coreProperties>
</file>