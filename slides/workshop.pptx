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30127d1-1f0b-5b1f-9e2f-b1a922c8d70f}">
          <p14:sldIdLst>
            <p14:sldId id="256"/>
            <p14:sldId id="257"/>
            <p14:sldId id="258"/>
          </p14:sldIdLst>
        </p14:section>
        <p14:section name="Instalar" id="{6a50e553-799d-02ca-c33a-14b84420dac1}">
          <p14:sldIdLst>
            <p14:sldId id="259"/>
            <p14:sldId id="260"/>
            <p14:sldId id="261"/>
          </p14:sldIdLst>
        </p14:section>
        <p14:section name="Conceitos" id="{43c81e79-8584-cc55-f9d9-67627af956a8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6f7d832a-24d4-ddac-61ad-db8b17a1c290}">
          <p14:sldIdLst>
            <p14:sldId id="271"/>
            <p14:sldId id="272"/>
            <p14:sldId id="273"/>
            <p14:sldId id="274"/>
          </p14:sldIdLst>
        </p14:section>
        <p14:section name="Projeto 1" id="{39010fe7-4833-405a-4dce-01bb7fb8e765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9d53c146-f880-9b94-4f92-4a29e35a4cb3}">
          <p14:sldIdLst>
            <p14:sldId id="291"/>
            <p14:sldId id="292"/>
          </p14:sldIdLst>
        </p14:section>
        <p14:section name="Projeto 2" id="{0c4c9369-49a0-5f03-341a-0b6cc19a78a1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ffe0f83e-00e2-64e7-ffe4-4373a5b1da42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(v1.0.0-rc.1).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waves: tudo o que está pronto corre em paralelo. As três tarefas de criptografia esperam pelo lib-hash, uma dependência real dentro da wave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tarefas. À esquerda, a página /status: cada quadrado é uma tarefa, amarelo enquanto um agente trabalha e verde quando o teste passa. À direita, o terminal com os lotes de agentes. O tempo e o custo são os reais.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Na medição, o swarm das 100 tarefas demorou 6,5 min (a sessão completa, 9 min);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wave 1, o lib-hash e as tarefas dos desafios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uma tarefa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(6,5 min na medição;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tools/routine.mjs --install --yes (sem --yes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com as 100 tarefas: US$ 3,39 numa execução real completa (9 min).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 ({{PRICING_DATA}}).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US$ 0,0018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80%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wave pode ter vários)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19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tarefas: 100 desafios, o lib-hash, 2 páginas, a integração e a revisão</a:t>
            </a:r>
            <a:endParaRPr lang="en-US" sz="19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waves, o diagrama e o custo</a:t>
            </a:r>
            <a:endParaRPr lang="en-US" sz="17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PLAN.md: o grafo com as dependências, as waves e a estimativa de custo.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US$ 3,70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tarefa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uma tarefa e o teste dessa tarefa, e usa o modelo certo: Haiku para o grosso do trabalho.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/status no browser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http://localhost:3000/status: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5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tools/workshop/orchestrator/grade.mjs --all e corrige a primeira tarefa vermelha com o agente implementer; termina quando estiver tudo verde</a:t>
            </a:r>
            <a:endParaRPr lang="en-US" sz="14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notice-background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notice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US$ 3,39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5605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04895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87775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35247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2026-10-17T10:18:55Z</dcterms:created>
  <dcterms:modified xsi:type="dcterms:W3CDTF">2026-10-17T10:18:55Z</dcterms:modified>
</cp:coreProperties>
</file>