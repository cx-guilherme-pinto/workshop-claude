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58ee659-e455-6201-00a2-3325eec758b8}">
          <p14:sldIdLst>
            <p14:sldId id="256"/>
            <p14:sldId id="257"/>
            <p14:sldId id="258"/>
          </p14:sldIdLst>
        </p14:section>
        <p14:section name="Instalar" id="{5785a2c1-81e3-380b-be65-1a64992371bc}">
          <p14:sldIdLst>
            <p14:sldId id="259"/>
            <p14:sldId id="260"/>
            <p14:sldId id="261"/>
          </p14:sldIdLst>
        </p14:section>
        <p14:section name="Conceitos" id="{ba974c67-f8a6-c6b6-812c-7abca9478be6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review" id="{6f29c75e-c49a-434e-5810-c227d5e71a4b}">
          <p14:sldIdLst>
            <p14:sldId id="268"/>
            <p14:sldId id="269"/>
            <p14:sldId id="270"/>
            <p14:sldId id="271"/>
          </p14:sldIdLst>
        </p14:section>
        <p14:section name="Projeto 1" id="{fea154c2-d52e-cfb2-71ab-2c4f8a265010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Memória" id="{f1ac4275-fab3-2603-80fd-108abef7d043}">
          <p14:sldIdLst>
            <p14:sldId id="289"/>
            <p14:sldId id="290"/>
          </p14:sldIdLst>
        </p14:section>
        <p14:section name="Projeto 2" id="{7676a9fc-1588-99f6-bd5f-d88b1d606ccd}">
          <p14:sldIdLst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612e05e4-aff6-ea15-e079-5f9aa8cebf28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a sério, num repositório com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 Os números do rodapé são os da execução de referência do Projeto 1 (8 agentes em paralelo, como no portátil de cada um): são os mesmos que aparecem no resto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(v1.0.0-rc.4).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Sete minutos de ideias, um conceito por slide. O grafo de tarefas e a medição do custo ficam para o Projeto 1, ao lado do sítio onde se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14:00] 1,5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15:30] 1,5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[15:30 → 17:00] 1,5 min · deves estar aqui aos 16 min
O swarm barato é o de muitos agentes pequenos com instruções claras. O que custa é a coordenação. Por isso o orquestrador é um script e os workers respondem com uma linha. Os dois números vêm da execução de referência do Projeto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→ 18:00] 1 min · deves estar aqui aos 17 min
É o mesmo ciclo nos dois projetos: planear com Opus, executar em swarm, um gate de segurança, medir e guardar o que se aprendeu. Cada passo volta a aparecer no Projeto 1, no sítio em que se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deves estar aqui aos 18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19:30] 0,5 min · deves estar aqui aos 19 min
Ponte para o Projeto 1. O que vão ver é o ciclo dos conceitos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[19:30 → 22:00] 2,5 min · deves estar aqui aos 20 min
Vídeo acelerado de uma execução real com 100 tarefas, gravada em modo apresentador: 16 agentes em paralelo, por isso os números do rodapé não são os do Projeto 1 (no portátil de cada um correm 8 em paralelo; ver o slide do custo). À esquerda, a página /status: cada quadrado é uma tarefa, amarelo enquanto um agente trabalha e verde quando o teste passa. À direita, o terminal com os lotes de agentes.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23:00] 1 min · deves estar aqui aos 22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23:30] 0,5 min · deves estar aqui aos 23 min
37 minutos de hands-on. Na execução de referência, o swarm das 100 tarefas demorou 7,9 min (a sessão completa, 14 min); em modo interativo e com contas novas pode demorar mais. Os slides entre "Solta o swarm" e "Porque é que este cartão falhou?" (9 minutos) cobrem essa espera: são todos para fazer enquanto o swarm trabalha.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Os testes já existem: cada agente só tem de pôr o seu teste verde. É isto que deixa o Haiku fazer o grosso do trabalho com segurança. São 105 tarefas; com o cartão de cada um, 106.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29:30] 5 min · deves estar aqui aos 25 min
O exemplo já tem todos os campos: basta mudar o texto. O template escolhe o formato: spot-the-flaw (apontar a linha insegura), choice (escolher a resposta), order (ordenar os passos) ou answer (escrever a resposta); cada um tem os seus campos, e o exemplo mostra-os. O gen.mjs escreve a spec e o teste do cartão (cards/my-01/), e o /demo-plan junta-o às outras tarefas: passam a ser 101 cartões. Quem não quiser escrever salta este passo e fica com 100. No Windows, o cp funciona no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31:00] 1,5 min · deves estar aqui aos 30 min
Explicar antes de correr. Uma skill não é magia: é uma receita em Markdown que o Claude segue. Aqui ela chama um script que gera o grafo (sempre o mesmo, a partir das tarefas, incluindo o teu cartão) e um agente Opus que só o revê. O resultado fica em ficheiros que podem abrir e ler (o PLAN.md tem as waves, as dependências e a estimativa).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O plano é um grafo de dependências. Executamos por waves: tudo o que está pronto corre em paralelo. Na wave 1, o lib-hash e os desafios arrancam juntos; as três tarefas de criptografia esperam pelo lib-hash (uma dependência real dentro da wave 1) e entram assim que ele fica verde. É isto que o /demo-plan vai desenhar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 Depois, mostrar o plano de alguém no projetor. Decisão de custo opcional: com --crypto haiku ou --crypto sonnet cada pessoa escolhe o modelo das tarefas de criptografia; no fim, no /demo-cost, compara o custo e os verdes com o vizinho que escolheu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Explicar antes de correr. O ponto importante: quem escolhe o que corre é um script, não o modelo. Com 8 chamadas em paralelo, um modelo esquece dependências ou reescreve prompts; o script é reproduzível, e é isso que torna o custo previsível e o benchmark comparável. O grade.mjs corre o teste de cada tarefa e decide: verde ou vermelho. Se uma tarefa falhar, o script repete-a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39:00] 2 min · deves estar aqui aos 37 min
Previsão, antes de carregar em Enter: cada pessoa escreve no Teams quanto acha que vai custar e quantos cartões vão ficar vermelhos. A partir daqui o swarm trabalha alguns minutos (7,9 min na execução de referência; mais com contas novas). Os próximos quatro slides (9 minutos) fazem-se durante essa espera;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 → 41:00] 2 min · deves estar aqui aos 39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[41:00 → 44:00] 3 min · PODE SALTAR · deves estar aqui aos 41 min
Ainda durante o swarm. Plan mode só lê e propõe. O claude -p é a base dos scripts e do CI. Esc Esc abre o rewind: repõe código e conversa até um checkpoint, mas não o que foi feito por Bash nem a maior parte do que os subagentes fizeram. Se perguntarem por worktrees: claude -w &lt;nome&gt; abre uma cópia isolada do repositório num branch próprio, e isolation: worktree põe um subagente no seu worktree quando as tarefas mexem nos mesmos ficheiros.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46:00] 2 min · deves estar aqui aos 44 min
Ainda durante o swarm, e fora da Arena, para não mexer na sessão do swarm. O hook é um "quando acontecer X, corre Y", configurado num settings.json; o Claude escreve hooks muito bem, basta descrever o que se quer. O settings.local.json é só desta pasta e não vai para o git. No Projeto 2 (o projeto de treino) o hook dispara também para os agentes do /task-swarm: abrir o edits.log e ver os ficheiros a aparecer. O kit usa o SubagentStop para gravar o custo de cada agente (ver "Medir, não adivinhar").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deves estar aqui aos 46 min
Ainda durante o swarm. A statusline do kit lê o que o hook gravou e mostra o custo da sessão e do projeto, ao vivo, face ao alvo de US$ 5: mostrar a do Terminal 1 a mudar enquanto os agentes terminam. Pedir para gravar em .claude/settings.local.json é importante: sem isso, o /statusline grava nas definições do utilizador e substitui a do kit em todos os projetos. Para voltar à do kit neste projeto, apaga o statusLine do settings.local.json.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53:00] 5 min · deves estar aqui aos 48 min
A lição do Projeto 1: o agente não adivinha o que a spec não diz. O teste mostra o que esperava e o que recebeu; a spec do cartão não o dizia, por isso nem o Haiku nem o Sonnet (que entra à terceira tentativa) o acertam. Quem acabar repete para os outros vermelhos: o gate só aprova com tudo verde. Comparar com a previsão do Teams: quantos vermelhos esperavam? Extra opcional, para quem quiser automatizar: /loop 2m corre node tools/workshop/orchestrator/grade.mjs --all e corrige a primeira tarefa vermelha com o agente implementer; termina quando estiver tudo verde (o /loop repete um prompt a cada intervalo; Esc cancela).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Um jogo de segurança com falhas de segurança seria o pior exemplo. O gate liga cada verificação ao OWASP Top 10. Com cartões ainda vermelhos, o gate diz GATE: REJECTED e quais faltam: voltar ao slide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56:00] 1 min · PODE SALTAR · deves estar aqui aos 55 min
Antes do /demo-cost: de onde vêm os números. O hook do kit é como o que criaram, mas noutro evento: lê os tokens reais do transcript, multiplica pelos preços publicados e acrescenta uma linha. Nunca bloqueia nada. A statusline e o /demo-cost só leem essas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58:00] 2 min · deves estar aqui aos 56 min
O relatório usa tokens reais e preços publicados. No fim grava as lições na app de memória. Quem usou --crypto haiku compara com quem usou --crypto sonnet: custo e verdes. Duelo: cada sala junta no Teams o custo e os cartões verdes de todos, e as duas salas comparam no fim (e com a previsão de antes do swarm).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[58:00 → 60:00] 2 min · deves estar aqui aos 58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62:00] 2 min · deves estar aqui aos 60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65:00] 3 min · deves estar aqui aos 62 min
A app abre na tua língua nativa e tem um seletor de língua. A lição sobre o cartão que falhou deve estar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[65:00 → 65:30] 0,5 min · deves estar aqui aos 65 min
22 minutos. O caminho de todos é o projeto de treino: a Biblioteca Municipal, uma API pequena com testes e as issues EX-1 a EX-3 em JSON, sem login no Jira nem MCP. Quem já tem o Jira ou o GitHub a funcionar pode trazer uma tarefa sua.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[65:30 → 67:00] 1,5 min · deves estar aqui aos 66 min
Os /task-* estão instalados ao nível do utilizador e funcionam em qualquer repositório. Toda a escrita no Jira ou no GitHub pede confirmação; no projeto de treino não há nada para publicar.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[67:00 → 70:00] 3 min · deves estar aqui aos 67 min
Quem ainda tem o Claude aberto no Terminal 3 (do hook) só escreve a última linha. A EX-1 é pequena: validar o ISBN e o email ao criar livros e leitores. O intake só lê; não escreve nada. Com um repositório próprio: o Jira precisa de login no /mcp (atlassian) e o GitHub usa o 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[70:00 → 74:00] 4 min · deves estar aqui aos 70 min
O planner (Opus) propõe o grafo e um script valida-o: ids, dependências, ciclos e agentes conhecidos. As tarefas que mexem nos mesmos ficheiros ficam em lotes diferentes, na altura do swarm. A integração e a revisão são acrescentadas automaticamente. Uma tarefa grande (a EX-2) dá mais agentes.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85:00] 11 min · deves estar aqui aos 74 min
O estado fica em .workshop/. Voltar a correr /task-swarm retoma. Tarefas que mexem nos mesmos ficheiros vão em lotes diferentes, ou em git worktrees se o planner o decidir. O hook do Projeto 1 está a funcionar: abrir o ~/workshop-claude/edits.log e ver os ficheiros que os agentes editam. Quem acabar a EX-1 segue para a EX-3 (pequena, de segurança: um leitor vê os empréstimos de outro) ou para a EX-2 (média, mais agentes), e pode correr o /task-gate.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Para usar com as tuas issues: o Jira usa o MCP da Atlassian, com login no /mcp; se falhar, o Atlassian CLI (acli auth login), que o setup já instalou, lê a issue e publica os comentários (as horas registam-se à mão). O MCP da Atlassian gasta créditos Rovo da empresa e o administrador pode limitá-lo. O GitHub usa o gh (gh auth login): gasta menos contexto do que um MCP e não partilha tokens. 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1,5 min · deves estar aqui aos 87 min
Resumo em cinco frases. A terceira junta as duas lições do Projeto 1: o orquestrador é um script e o cartão que falhou falhou pela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 Se der tempo: o resultado do duelo entre as duas salas.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repositório a sério, decomposta e a correr: a do projeto de treino ou uma tua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numa execução real completa: US$ 4,33, 120 agentes, swarm em 7,9 min, sessão em 14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https://github.com/cx-guilherme-pinto/workshop-claude/releases/download/v1.0.0-rc.4/setup-mac.sh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https://github.com/cx-guilherme-pinto/workshop-claude/releases/download/v1.0.0-rc.4/bootstrap-windows.ps1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1965960"/>
            <a:ext cx="11094415" cy="37490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148840"/>
            <a:ext cx="1063721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Bash(node tools/*),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20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2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2200" dirty="0"/>
          </a:p>
        </p:txBody>
      </p:sp>
      <p:sp>
        <p:nvSpPr>
          <p:cNvPr id="9" name="model-1"/>
          <p:cNvSpPr/>
          <p:nvPr/>
        </p:nvSpPr>
        <p:spPr>
          <a:xfrm>
            <a:off x="4353458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199522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2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2200" dirty="0"/>
          </a:p>
        </p:txBody>
      </p:sp>
      <p:sp>
        <p:nvSpPr>
          <p:cNvPr id="15" name="model-2"/>
          <p:cNvSpPr/>
          <p:nvPr/>
        </p:nvSpPr>
        <p:spPr>
          <a:xfrm>
            <a:off x="8158277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9522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2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22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3766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platform.claude.com/docs/en/about-claude/pricing (2026-10-16)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US$ 0,0019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79%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 execução, em modo apresentador (16 agentes em paralelo): 6,9 min · US$ 2,55 · 107 agentes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20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desafios e o teu, o lib-hash, 2 páginas, a integração e a revisão</a:t>
            </a:r>
            <a:endParaRPr lang="en-US" sz="20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o teu cartão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planear, junta um desafio teu aos 100: o swarm também o constrói.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 para specs/my-card.json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editor, muda title, concept, prompt e template: spot-the-flaw, choice, order ou answer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os ficheiros do cartão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90012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196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specs/my-card.example.json specs/my-card.json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edita o specs/my-card.json e depois: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17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swarm: o cartão my-01 na galeria e no /status (101 cartões), feito por um agente Haiku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→ o grafo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planner (Opus) revê o plano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waves, diagrama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passos: escreves /demo-plan e o Claude segue a receita.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specs da Arena. Saem o plan.json e o PLAN.md: o grafo e a estimativa.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do Jira ou do GitHub.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os desafios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pasta da Arena,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647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913632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4096512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Opcional: tu escolhes o modelo da criptografia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480560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haiku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sonnet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US$ 3,98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1. next-wave.mjs → o próximo lote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2. Lança o lote, em paralelo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3. 1 agente = 1 tarefa + o teste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 Mostra agente, modelo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next-wave.mjs lê o grafo e diz o que corre agora. O Claude lança esse lote e não improvisa.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limpo, uma tarefa, o teste dela e o modelo certo: Haiku para o grosso.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o endereço /status que ele mostra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/status (normalmente http://localhost:3000/status; se a porta estiver ocupada, o node server.js mostra outra):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6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9113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39973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2285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06901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Cria um hook PostToolUse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hook é um comando que o Claude Code corre sozinho num evento. O kit mede o custo assim.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abre o Claude no projeto de treino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por palavras tuas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/hooks e confirma que está lá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7797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Cria um hook PostToolUse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.claude/settings.local.json: depois 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cada Edit ou Write, junta a hora e 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ficheiro a ~/workshop-claude/edits.log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/hooks mostra o teu PostToolUse; no Projeto 2, cada ficheiro editado aparece no edits.log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 statusline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 é um script: recebe a sessão em JSON e devolve uma linha.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no Terminal 3, escreve /statusline e o que queres ver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o script que o Claude escreve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linha nova por baixo da caixa de texto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1031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/statusline mostra o modelo, o branch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 git e o custo da sessão; grava-a só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neste projeto,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linha neste projeto; no Terminal 1, a statusline do kit continua com o custo do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este cartão falhou?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cartões falham de propósito: a spec deixa de fora um detalhe que o teste verifica.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/status, clica num quadrado vermelho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linha do teste que falhou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Acrescenta o detalhe que falta em cards/&lt;id&gt;/spec.md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de novo só esse cartão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000" dirty="0"/>
          </a:p>
        </p:txBody>
      </p:sp>
      <p:sp>
        <p:nvSpPr>
          <p:cNvPr id="10" name="code-background"/>
          <p:cNvSpPr/>
          <p:nvPr/>
        </p:nvSpPr>
        <p:spPr>
          <a:xfrm>
            <a:off x="4937760" y="3557016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5166360" y="373989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12" name="code"/>
          <p:cNvSpPr txBox="1"/>
          <p:nvPr/>
        </p:nvSpPr>
        <p:spPr>
          <a:xfrm>
            <a:off x="5166360" y="4123944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&lt;id&gt;</a:t>
            </a:r>
            <a:endParaRPr lang="en-US" sz="2000" dirty="0"/>
          </a:p>
        </p:txBody>
      </p:sp>
      <p:sp>
        <p:nvSpPr>
          <p:cNvPr id="13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4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5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quadrado fica verde: a qualidade da spec decide 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o vizinho: custo e cartões verdes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US$ 4,33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 (o teu é o my-01)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9263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41471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24351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8399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tarefa real: a Biblioteca Municipal ou a tua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issue: um JSON no projeto de treino, ou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Começa pela issue EX-1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no projeto de treino,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(sem login: é um JSON)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o Jira ou o GitHub a funcionar? Podes usar uma issue tua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7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7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 (npm test)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EX-1 é pequena: 1 a 3 agentes, com a justificação e a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11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 e o npm test verde;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(MCP ou acli) ou GitHub (gh): comentários, worklog e PR, só depois do teu sim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a spec decide o resultado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2026-10-19T10:57:00Z</dcterms:created>
  <dcterms:modified xsi:type="dcterms:W3CDTF">2026-10-19T10:57:00Z</dcterms:modified>
</cp:coreProperties>
</file>