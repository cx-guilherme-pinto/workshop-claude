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81f2dba-9712-5ef0-7cc4-64e389e085c7}">
          <p14:sldIdLst>
            <p14:sldId id="256"/>
            <p14:sldId id="257"/>
            <p14:sldId id="258"/>
          </p14:sldIdLst>
        </p14:section>
        <p14:section name="Instalar" id="{d9e80946-f3e5-b0b9-0a5d-9f4f73b238e5}">
          <p14:sldIdLst>
            <p14:sldId id="259"/>
            <p14:sldId id="260"/>
            <p14:sldId id="261"/>
          </p14:sldIdLst>
        </p14:section>
        <p14:section name="Conceitos" id="{071aca66-e242-fa6e-1705-2ee674b1cf4a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6a6984dc-5452-a7e7-55b0-457218a94604}">
          <p14:sldIdLst>
            <p14:sldId id="271"/>
            <p14:sldId id="272"/>
            <p14:sldId id="273"/>
            <p14:sldId id="274"/>
          </p14:sldIdLst>
        </p14:section>
        <p14:section name="Projeto 1" id="{a5336432-2856-478e-21f7-3ca96d57e1a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16a1dd7f-07ed-5808-2a90-01f7113c6b43}">
          <p14:sldIdLst>
            <p14:sldId id="291"/>
            <p14:sldId id="292"/>
          </p14:sldIdLst>
        </p14:section>
        <p14:section name="Projeto 2" id="{cae44727-d708-f066-5a98-1cfcf53664b5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f0fadde5-c321-2510-d883-8c5641384d54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15 minutos). O mesmo comando serve para instalar noutra máquina. Os comandos são gerados a partir do repos.conf: estão sempre certos para a versão publicada (v1.0.0-rc.1). Para atualizar só a app de memória: memoria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Claude lê só o excerto do log daquele passo, sem segredos, e propõe comandos. Nunca executa nada sem confirmação. Se o Claude ainda não estiver instalado, aparece a mensagem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sets: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cartão é um desafio pequeno (encontrar a linha que expõe um segredo, escolher o site verdadeiro, ordenar as partes de um URL, escrever uma resposta). A casca da app e os testes já existem; os agentes escrevem os cartões. Explicar as cores agora, porque vão aparecer em todo o lado: cada quadrado é um cartão,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cartões. Logo a seguir cada pessoa faz o mesmo com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cartões. À esquerda, a página /estado: cada quadrado é um cartão, amarelo enquanto um agente trabalha e verde quando o teste passa. À direita, o terminal com os lotes de agentes. O tempo e o custo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cartão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No benchmark, o swarm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 cartão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ULO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ECHO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CA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Image 1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rox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is ready for the workshop" (o setup fala inglês)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o-icone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o-icone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o-no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8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o-icone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o-no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4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o-icone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o-icone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o-no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criptografia: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498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047030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376214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4343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763541" y="5833872"/>
            <a:ext cx="2108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872513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201697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583173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912357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kit, chamado pelo Claude Code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parte a tarefa num grafo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Um cartã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m-legenda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cartão: clica na linha que expõe o segredo e confirma.</a:t>
            </a:r>
            <a:endParaRPr lang="en-US" sz="1300" dirty="0"/>
          </a:p>
        </p:txBody>
      </p:sp>
      <p:sp>
        <p:nvSpPr>
          <p:cNvPr id="6" name="apresenta-marca-0-circulo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presenta-marca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apresenta-titulo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apresenta-texto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apresenta-marca-1-circulo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presenta-marca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apresenta-titulo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cartão é um desafio</a:t>
            </a:r>
            <a:endParaRPr lang="en-US" sz="1900" dirty="0"/>
          </a:p>
        </p:txBody>
      </p:sp>
      <p:sp>
        <p:nvSpPr>
          <p:cNvPr id="13" name="apresenta-texto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escrevê-la.</a:t>
            </a:r>
            <a:endParaRPr lang="en-US" sz="1500" dirty="0"/>
          </a:p>
        </p:txBody>
      </p:sp>
      <p:sp>
        <p:nvSpPr>
          <p:cNvPr id="14" name="apresenta-marca-2-circulo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presenta-marca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apresenta-titulo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cartão</a:t>
            </a:r>
            <a:endParaRPr lang="en-US" sz="1900" dirty="0"/>
          </a:p>
        </p:txBody>
      </p:sp>
      <p:sp>
        <p:nvSpPr>
          <p:cNvPr id="17" name="apresenta-texto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 cartão e o teste desse cartão diz se ficou certo. No vídeo: 100 cartões. No teu portátil: 15.</a:t>
            </a:r>
            <a:endParaRPr lang="en-US" sz="1500" dirty="0"/>
          </a:p>
        </p:txBody>
      </p:sp>
      <p:sp>
        <p:nvSpPr>
          <p:cNvPr id="18" name="legenda-fundo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legenda-estado-titulo"/>
          <p:cNvSpPr txBox="1"/>
          <p:nvPr/>
        </p:nvSpPr>
        <p:spPr>
          <a:xfrm>
            <a:off x="777240" y="5779008"/>
            <a:ext cx="2498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300" dirty="0"/>
          </a:p>
        </p:txBody>
      </p:sp>
      <p:sp>
        <p:nvSpPr>
          <p:cNvPr id="20" name="legenda-estado-0"/>
          <p:cNvSpPr/>
          <p:nvPr/>
        </p:nvSpPr>
        <p:spPr>
          <a:xfrm>
            <a:off x="3275630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legenda-estado-rotulo-0"/>
          <p:cNvSpPr txBox="1"/>
          <p:nvPr/>
        </p:nvSpPr>
        <p:spPr>
          <a:xfrm>
            <a:off x="3604814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legenda-estado-1"/>
          <p:cNvSpPr/>
          <p:nvPr/>
        </p:nvSpPr>
        <p:spPr>
          <a:xfrm>
            <a:off x="46629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legenda-estado-rotulo-1"/>
          <p:cNvSpPr txBox="1"/>
          <p:nvPr/>
        </p:nvSpPr>
        <p:spPr>
          <a:xfrm>
            <a:off x="4992141" y="5779008"/>
            <a:ext cx="2108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a trabalhar</a:t>
            </a:r>
            <a:endParaRPr lang="en-US" sz="1300" dirty="0"/>
          </a:p>
        </p:txBody>
      </p:sp>
      <p:sp>
        <p:nvSpPr>
          <p:cNvPr id="24" name="legenda-estado-2"/>
          <p:cNvSpPr/>
          <p:nvPr/>
        </p:nvSpPr>
        <p:spPr>
          <a:xfrm>
            <a:off x="7101113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legenda-estado-rotulo-2"/>
          <p:cNvSpPr txBox="1"/>
          <p:nvPr/>
        </p:nvSpPr>
        <p:spPr>
          <a:xfrm>
            <a:off x="7430297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legenda-estado-3"/>
          <p:cNvSpPr/>
          <p:nvPr/>
        </p:nvSpPr>
        <p:spPr>
          <a:xfrm>
            <a:off x="8811773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legenda-estado-rotulo-3"/>
          <p:cNvSpPr txBox="1"/>
          <p:nvPr/>
        </p:nvSpPr>
        <p:spPr>
          <a:xfrm>
            <a:off x="9140957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cartões, feita por agentes em paralelo. Depois fazes a tua, com 15.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legenda-estado-fundo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legenda-estado-titulo"/>
          <p:cNvSpPr txBox="1"/>
          <p:nvPr/>
        </p:nvSpPr>
        <p:spPr>
          <a:xfrm>
            <a:off x="777240" y="5213048"/>
            <a:ext cx="2323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200" dirty="0"/>
          </a:p>
        </p:txBody>
      </p:sp>
      <p:sp>
        <p:nvSpPr>
          <p:cNvPr id="6" name="legenda-estado-0"/>
          <p:cNvSpPr/>
          <p:nvPr/>
        </p:nvSpPr>
        <p:spPr>
          <a:xfrm>
            <a:off x="3101030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legenda-estado-rotulo-0"/>
          <p:cNvSpPr txBox="1"/>
          <p:nvPr/>
        </p:nvSpPr>
        <p:spPr>
          <a:xfrm>
            <a:off x="3430214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legenda-estado-1"/>
          <p:cNvSpPr/>
          <p:nvPr/>
        </p:nvSpPr>
        <p:spPr>
          <a:xfrm>
            <a:off x="4438615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legenda-estado-rotulo-1"/>
          <p:cNvSpPr txBox="1"/>
          <p:nvPr/>
        </p:nvSpPr>
        <p:spPr>
          <a:xfrm>
            <a:off x="4767799" y="5213048"/>
            <a:ext cx="1978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a trabalhar</a:t>
            </a:r>
            <a:endParaRPr lang="en-US" sz="1200" dirty="0"/>
          </a:p>
        </p:txBody>
      </p:sp>
      <p:sp>
        <p:nvSpPr>
          <p:cNvPr id="10" name="legenda-estado-2"/>
          <p:cNvSpPr/>
          <p:nvPr/>
        </p:nvSpPr>
        <p:spPr>
          <a:xfrm>
            <a:off x="674619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legenda-estado-rotulo-2"/>
          <p:cNvSpPr txBox="1"/>
          <p:nvPr/>
        </p:nvSpPr>
        <p:spPr>
          <a:xfrm>
            <a:off x="707537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legenda-estado-3"/>
          <p:cNvSpPr/>
          <p:nvPr/>
        </p:nvSpPr>
        <p:spPr>
          <a:xfrm>
            <a:off x="8382239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legenda-estado-rotulo-3"/>
          <p:cNvSpPr txBox="1"/>
          <p:nvPr/>
        </p:nvSpPr>
        <p:spPr>
          <a:xfrm>
            <a:off x="8711423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legenda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um jogo para jogar</a:t>
            </a:r>
            <a:endParaRPr lang="en-US" sz="3200" dirty="0"/>
          </a:p>
        </p:txBody>
      </p:sp>
      <p:pic>
        <p:nvPicPr>
          <p:cNvPr id="3" name="video-jog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já está pronto e o que falta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19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19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15" name="legenda-estado-titulo"/>
          <p:cNvSpPr txBox="1"/>
          <p:nvPr/>
        </p:nvSpPr>
        <p:spPr>
          <a:xfrm>
            <a:off x="548640" y="5623560"/>
            <a:ext cx="2498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300" dirty="0"/>
          </a:p>
        </p:txBody>
      </p:sp>
      <p:sp>
        <p:nvSpPr>
          <p:cNvPr id="16" name="legenda-estado-0"/>
          <p:cNvSpPr/>
          <p:nvPr/>
        </p:nvSpPr>
        <p:spPr>
          <a:xfrm>
            <a:off x="3047030" y="5650992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7" name="legenda-estado-rotulo-0"/>
          <p:cNvSpPr txBox="1"/>
          <p:nvPr/>
        </p:nvSpPr>
        <p:spPr>
          <a:xfrm>
            <a:off x="3376214" y="5623560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18" name="legenda-estado-1"/>
          <p:cNvSpPr/>
          <p:nvPr/>
        </p:nvSpPr>
        <p:spPr>
          <a:xfrm>
            <a:off x="4434357" y="5650992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9" name="legenda-estado-rotulo-1"/>
          <p:cNvSpPr txBox="1"/>
          <p:nvPr/>
        </p:nvSpPr>
        <p:spPr>
          <a:xfrm>
            <a:off x="4763541" y="5623560"/>
            <a:ext cx="2108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a trabalhar</a:t>
            </a:r>
            <a:endParaRPr lang="en-US" sz="1300" dirty="0"/>
          </a:p>
        </p:txBody>
      </p:sp>
      <p:sp>
        <p:nvSpPr>
          <p:cNvPr id="20" name="legenda-estado-2"/>
          <p:cNvSpPr/>
          <p:nvPr/>
        </p:nvSpPr>
        <p:spPr>
          <a:xfrm>
            <a:off x="6872513" y="5650992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legenda-estado-rotulo-2"/>
          <p:cNvSpPr txBox="1"/>
          <p:nvPr/>
        </p:nvSpPr>
        <p:spPr>
          <a:xfrm>
            <a:off x="7201697" y="5623560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2" name="legenda-estado-3"/>
          <p:cNvSpPr/>
          <p:nvPr/>
        </p:nvSpPr>
        <p:spPr>
          <a:xfrm>
            <a:off x="8583173" y="5650992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3" name="legenda-estado-rotulo-3"/>
          <p:cNvSpPr txBox="1"/>
          <p:nvPr/>
        </p:nvSpPr>
        <p:spPr>
          <a:xfrm>
            <a:off x="8912357" y="5623560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30144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63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ondas, o diagrama e o custo</a:t>
            </a:r>
            <a:endParaRPr lang="en-US" sz="17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 TASKS.md, com as tarefas da Arena. Sai o plan.json e o PLANO.md: o grafo com as dependências, as ondas e a estimativa de custo.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criptografia: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498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 cartão: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047030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376214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4343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763541" y="5833872"/>
            <a:ext cx="2108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872513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201697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583173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912357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cartão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 cartão e o teste desse cartão, e usa o modelo certo: Haiku no grosso.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swarm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avisa, um script reage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48945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82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hooks/subagent-stop.mjs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5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certo: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· sessão US$ 0,42 · projeto US$ 1,10 /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3 min · swarm 12/15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contra o alvo de US$ 5.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Terminal 2: três funcionalidades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a-numero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a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a-numero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a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Memória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rodape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2026-10-16T18:36:43Z</dcterms:created>
  <dcterms:modified xsi:type="dcterms:W3CDTF">2026-10-16T18:36:43Z</dcterms:modified>
</cp:coreProperties>
</file>