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107c574-08dc-8f6f-84a9-69ff18e2b009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6545fdde-9a85-c6dd-9fc6-b10264fd7f16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to 1" id="{9db17838-2667-2875-bc87-097dc3c70d2a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to 2" id="{bd69a559-2440-1d2f-c1de-72afa847cb21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Fecho" id="{dbdb4f44-c66e-e701-d036-e2520a5b32e4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11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O --check não instala nada: só confirma cada passo e liga-te ao painel.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O comando não existe: o setup não foi feito → corre o one-liner do README agora e segue com o vizinho enquanto instala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7 missões guiadas de 2 minutos (6 aqui, a última no Projeto 1)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Objetivo: Separar tool de skill antes de a M4 criar uma skill e a M11 usar uma tool.
O que dizer:
- Uma tool é código: mesma entrada, mesma saída, e custa quase nada em tokens.
- Uma skill é texto: escreve-se em minutos, mas o modelo interpreta-a e pode desviar-se.
- As melhores skills chamam tools para as partes que têm de ser exatas.
Olha para o painel:
- Sem painel nesta: avança para a M4 em 1 minuto.
Falhas típicas e resposta:
- Perguntam se um MCP é uma tool ou uma skill → um servidor MCP oferece tools; a skill é só um ficheiro Markdown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- Lembra o slide anterior: a skill é a receita em texto, a tool é a função em código.
Olha para o painel:
- Se a M4 ficar baixa: "a skill só aparece depois de sair e voltar; /exit e claude -c".
Falhas típicas e resposta:
- /resumo não existe → confirma o ficheiro .claude/skills/resumo/SKILL.md e reabre com claude -c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Objetivo: Fechar a ideia tool ou skill: o que o swarm construiu o Claude chama como tool.
O que dizer:
- Esta é uma tool: código com entradas tipadas, que o Claude chama pelo nome, sem ler uma receita.
- Mesma ferramenta, duas formas de a usar: a página no browser e o Claude.
Olha para o painel:
- Se a M11 ficar baixa: "o Claude Code tem de estar aberto na pasta do Canivete; /mcp mostra se o servidor canivete está ligado".
Falhas típicas e resposta:
- O Claude não encontra a ferramenta → /mcp: o servidor canivete tem de estar ligado; reabre com claude -c
- Responde sem chamar a tool → pede pelo nome: usa a ferramenta my-01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- Quem vai trabalhar no seu repositório e prefere que nada saia do portátil: "o unregister para os envios; a caderneta fica, e o register --again volta a ligar".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missões curtas: plan mode, modelos, subagentes, skills, hooks, /loop e uma tool tua,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corre o comando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estás no painel?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--doctor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ou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formas de dar mais poder ao Claude. Vais usar as duas hoje: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Função com entradas tipadas que o Claude chama (Read, Bash, memory_add, as do Canivete). Prós: determinista, testável, barata em tokens. Contra: precisa de código e servidor.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em Markdown que o Claude segue (/demo-swarm, a tua /resumo). Prós: escreve-se em minutos, flexível. Contras: o modelo interpreta, custa tokens e pode desviar-se.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Juntas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skill pode chamar tools: a receita decide o quê, a tool faz com exatidão.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563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747772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888590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nome, não uma tool: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42153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42153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8737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5321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5321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419088"/>
            <a:ext cx="10911535" cy="223570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6019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059168"/>
            <a:ext cx="1036289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6634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62356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23290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41578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87298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ferramenta, pelo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ferramentas que o swarm construiu também são tools do Claude: chama-as pelo nome.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no Canivete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usar a tua ferramenta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chamada à tool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a ferramenta my-01 com um exemplo teu.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233008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6507328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no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6507328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6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Claude chama mcp__canivete__my-01 e responde com o resultado da tua ferramenta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deixar de enviar ao painel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663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949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2636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2636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1323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1323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2026-10-22T18:13:39Z</dcterms:created>
  <dcterms:modified xsi:type="dcterms:W3CDTF">2026-10-22T18:13:39Z</dcterms:modified>
</cp:coreProperties>
</file>