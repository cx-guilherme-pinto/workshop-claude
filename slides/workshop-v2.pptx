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c483f9c-cab7-ee66-9c6d-9c2dc25a81c9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ões" id="{3bfaad83-2ea6-5ab5-af8b-53a45a64dd9f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to 1" id="{e6c83dee-2119-cf8e-7218-afa18e777a65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to 2" id="{ec62e5b0-b659-cb32-cb5c-36ae0be18935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Fecho" id="{f881cd8f-91ca-68fa-c3a4-957d72483546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11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Objetivo: Dar o mapa do dia antes de começar.
O que dizer:
- Não há bloco de teoria: cada conceito aprende-se numa missão de 2 minutos.
- Os dois projetos são o mesmo ciclo: primeiro num projeto feito para o workshop, depois numa tarefa a sério.
- Tudo fica instalado e continua a funcionar depois de hoje.
Olha para o painel:
- O painel ainda está vazio: "vai encher-se à medida que fizerem cada coisa".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Objetivo: Explicar o ciclo que se repete nos dois projetos.
O que dizer:
- O teu trabalho é decidir e verificar; o dos agentes é fazer.
- O custo é medido em cada passo, com os tokens reais.
Relógio: deves estar aqui aos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Objetivo: Apresentar a memória e explicar que vai crescer com o trabalho de cada um.
O que dizer:
- São ficheiros Markdown em ~/.agent-memory, com um índice: fica tudo só no teu portátil.
- Cada lição fica ligada ao projeto, à tarefa e aos ficheiros: amanhã, o /task-intake de outra issue já a encontra.
- Vamos voltar a esta janela no fim de cada projeto.
Falhas típicas e resposta:
- agent-memory-gui não existe → o --check mostra o passo 10; sem a app, tudo o resto funciona (MEMORY UNAVAILABLE)
- A janela não abre (Windows sem WebView2) → a app abre a mesma interface no browser
Relógio: deves estar aqui aos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Objetivo: Toda a gente com o kit verificado e registada no painel.
O que dizer:
- O --check não instala nada: só confirma cada passo e liga-te ao painel.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O comando não existe: o setup não foi feito → corre o one-liner do README agora e segue com o vizinho enquanto instala
Relógio: deves estar aqui aos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Objetivo: Abrir o projeto das missões e lançar a corrida da sala.
O que dizer:
- São 7 missões guiadas de 2 minutos (6 aqui, a última no Projeto 1)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Objetivo: Separar tool de skill antes de a M4 criar uma skill e a M11 usar uma tool.
O que dizer:
- Uma tool é código: mesma entrada, mesma saída, e custa quase nada em tokens.
- Uma skill é texto: escreve-se em minutos, mas o modelo interpreta-a e pode desviar-se.
- As melhores skills chamam tools para as partes que têm de ser exatas.
Olha para o painel:
- Sem painel nesta: avança para a M4 em 1 minuto.
Falhas típicas e resposta:
- Perguntam se um MCP é uma tool ou uma skill → um servidor MCP oferece tools; a skill é só um ficheiro Markdown
Relógio: deves estar aqui aos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- Lembra o slide anterior: a skill é a receita em texto, a tool é a função em código.
Olha para o painel:
- Se a M4 ficar baixa: "a skill só aparece depois de sair e voltar; /exit e claude -c".
Falhas típicas e resposta:
- /resumo não existe → confirma o ficheiro .claude/skills/resumo/SKILL.md e reabre com claude -c
Relógio: deves estar aqui aos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Objetivo: Fechar a ideia tool ou skill: o que o swarm construiu o Claude chama como tool.
O que dizer:
- Esta é uma tool: código com entradas tipadas, que o Claude chama pelo nome, sem ler uma receita.
- Mesma ferramenta, duas formas de a usar: a página no browser e o Claude.
Olha para o painel:
- Se a M11 ficar baixa: "o Claude Code tem de estar aberto na pasta do Canivete; /mcp mostra se o servidor canivete está ligado".
Falhas típicas e resposta:
- O Claude não encontra a ferramenta → /mcp: o servidor canivete tem de estar ligado; reabre com claude -c
- Responde sem chamar a tool → pede pelo nome: usa a ferramenta my-01
Relógio: deves estar aqui aos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- Quem vai trabalhar no seu repositório e prefere que nada saia do portátil: "o unregister para os envios; a caderneta fica, e o register --again volta a ligar".
Relógio: deves estar aqui aos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hoje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blocos, sempre no teu portátil, sempre a fazer: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missões curtas: plan mode, modelos, subagentes, skills, hooks, /loop e uma tool tua, uma de cada vez.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swarm de agentes constrói o Canivete: 30 ferramentas e a tua. Tu decides quantos agentes e que modelo.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numa tarefa a sério: uma issue do projeto de treino, ou do teu Jira ou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Levas para casa: o kit instalado, uma memória com o que aprendeste e um ciclo para usar amanhã.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Como vamos trabalhar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nos dois projetos: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Tu decides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spec, quantos agentes e que modelo.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Os agentes fazem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paralelo, cada um com a sua tarefa e o seu teste.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verifica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testes, os segredos, o código perigoso e a revisão do Opus.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painel mostra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sala já fez, ao vivo (nunca os teus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aprende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 cada projeto, para a próxima vez.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memória aprende contigo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Agent Memory guarda, no teu portátil, o que aprendes ao longo do dia: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antes de planear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e /task-plan procuram primeiro o que já sabes.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Guarda no fim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e /task-report guardam as lições de cada projeto; /memory guarda uma tua.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abre com o grafo ainda vazio; no fim do dia tem as lições do Canivete e da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corre o comando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estás no painel?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--doctor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ou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formas de dar mais poder ao Claude. Vais usar as duas hoje: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Função com entradas tipadas que o Claude chama (Read, Bash, memory_add, as do Canivete). Prós: determinista, testável, barata em tokens. Contra: precisa de código e servidor.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em Markdown que o Claude segue (/demo-swarm, a tua /resumo). Prós: escreve-se em minutos, flexível. Contras: o modelo interpreta, custa tokens e pode desviar-se.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Juntas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skill pode chamar tools: a receita decide o quê, a tool faz com exatidão.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563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747772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888590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nome, não uma tool: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42153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42153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8737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5321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5321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419088"/>
            <a:ext cx="10911535" cy="223570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6019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059168"/>
            <a:ext cx="1036289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6634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62356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23290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41578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87298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ferramenta, pelo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ferramentas que o swarm construiu também são tools do Claude: chama-as pelo nome.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no Canivete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usar a tua ferramenta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chamada à tool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a ferramenta my-01 com um exemplo teu.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233008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6507328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no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6507328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6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Claude chama mcp__canivete__my-01 e responde com o resultado da tua ferramenta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deixar de enviar ao painel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663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949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2636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2636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1323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1323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2026-10-23T12:01:52Z</dcterms:created>
  <dcterms:modified xsi:type="dcterms:W3CDTF">2026-10-23T12:01:52Z</dcterms:modified>
</cp:coreProperties>
</file>