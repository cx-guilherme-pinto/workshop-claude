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1695" cy="10287000"/>
  <p:notesSz cx="10287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3bc91770-25a8-fdd0-a645-80fd08273d9a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Missões" id="{3b2ec00a-156d-8979-0c0c-bed2de2e25d5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Projeto 1" id="{2fdfb9fb-5c44-d97c-2a9e-c7953a0d94b1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Projeto 2" id="{e087c122-cab0-d594-ae27-b1814493a3db}">
          <p14:sldIdLst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Fecho" id="{e57ed098-2471-b7b8-82f1-392e4f32f665}">
          <p14:sldIdLst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0:30] 0,5 min · opening
Objetivo: Abrir a sessão e apontar para o painel à direita.
O que dizer:
- Em 90 minutos vamos fazer, não ouvir: 11 missões curtas, um swarm de agentes e uma tarefa num repositório a sério.
- O painel à direita mostra o que toda a gente já fez, ao vivo.
Olha para o painel:
- Se já houver nomes na classificação: "quem já está no painel fez o setup em casa, obrigado".
Relógio: deves estar aqui aos 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→ 2:00] 1,5 min · opening
Objetivo: Deixar claro que o custo é medido e não cortado, e o que o painel vê.
O que dizer:
- O alvo é US$ 5 por pessoa para o dia todo; a US$ 5 e a US$ 10 aparece um aviso, e ninguém é cortado.
- O painel só recebe contagens e decisões, nunca prompts nem código. Os pontos vêm de cobertura e qualidade, nunca de gastar mais.
- Tudo o que o painel guardou hoje é apagado à meia-noite.
Olha para o painel:
- Se alguém perguntar pela privacidade: "está tudo em docs/PRIVACY.md, e node ~/.workshop-claude/kit/telemetry/ctl.mjs show mostra os últimos 20 eventos tal como saem do teu portátil".
Relógio: deves estar aqui aos 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 → 3:00] 1 min · opening
Objetivo: Dar o mapa do dia antes de começar.
O que dizer:
- Não há bloco de teoria: cada conceito aprende-se numa missão de 2 minutos.
- Os dois projetos são o mesmo ciclo: primeiro num projeto feito para o workshop, depois numa tarefa a sério.
- Tudo fica instalado e continua a funcionar depois de hoje.
Olha para o painel:
- O painel ainda está vazio: "vai encher-se à medida que fizerem cada coisa".
Relógio: deves estar aqui aos 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 → 4:00] 1 min · opening
Objetivo: Explicar o ciclo que se repete nos dois projetos.
O que dizer:
- O teu trabalho é decidir e verificar; o dos agentes é fazer.
- O custo é medido em cada passo, com os tokens reais.
Relógio: deves estar aqui aos 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5:00] 1 min · opening
Objetivo: Apresentar a memória e explicar que vai crescer com o trabalho de cada um.
O que dizer:
- São ficheiros Markdown em ~/.agent-memory, com um índice: fica tudo só no teu portátil.
- Cada lição fica ligada ao projeto, à tarefa e aos ficheiros: amanhã, o /task-intake de outra issue já a encontra.
- Vamos voltar a esta janela no fim de cada projeto.
Falhas típicas e resposta:
- agent-memory-gui não existe → o --check mostra o passo 10; sem a app, tudo o resto funciona (MEMORY UNAVAILABLE)
- A janela não abre (Windows sem WebView2) → a app abre a mesma interface no browser
Relógio: deves estar aqui aos 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→ 9:00] 4 min · opening
Objetivo: Toda a gente com o kit verificado e registada no painel.
O que dizer:
- Primeiro o workshop-register, depois o workshop-check: o check não instala nada, só confirma cada passo.
- O registo usa o teu login do gh: confirma no teu portátil o email da empresa, e só o nome sai para o painel.
Olha para o painel:
- Se "Prontas" estiver abaixo de metade aos 3 min: "quem já tem a tabela verde, ajuda o vizinho".
- Se "Inscritas" for bem menor do que a sala: "o register a seguir à tabela resolve; sem email @checkmarx.com verificado no GitHub, fazes o workshop na mesma, só não apareces na classificação".
Falhas típicas e resposta:
- E-TEL-03: o gh não pode ler os emails → gh auth refresh -h github.com -s user:email e volta a correr o register
- E-TEL-02: sem email verificado da empresa → acrescenta-o em github.com/settings/emails; o workshop funciona sem isso
- command not found: workshop-register → o setup é anterior à rc.4: volta a correr o one-liner do setup, ou usa o comando longo do Teams
Relógio: deves estar aqui aos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[9:00 → 11:00] 2 min · opening
Objetivo: Resolver as falhas do setup sem parar a sala.
O que dizer:
- O --doctor pede ao Haiku um diagnóstico do excerto do log, já sem segredos, e só corre um comando se disseres que sim.
- Ninguém fica parado: quem não resolver em 2 minutos trabalha com o vizinho.
Olha para o painel:
- Se "Prontas" não subir: "quem tem ❌ no Claude Code login, corre claude auth login --console".
Falhas típicas e resposta:
- Proxy ou rede da empresa → muda para a rede do evento ou um hotspot e repete o --check
- Login do Claude em falta → claude auth login --console
Relógio: deves estar aqui aos 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12:00] 1 min · missions
Objetivo: Abrir o projeto das missões e lançar a corrida da sala.
O que dizer:
- São 7 missões guiadas de 2 minutos (6 aqui, a última no Projeto 1) e 4 bónus para as esperas.
- Ninguém carrega em "feito": o kit vê a funcionalidade a ser usada e acende a missão.
- /missions mostra a tua caderneta a qualquer momento.
Olha para o painel:
- A grelha está a 0 %: "vamos ver quantas acendemos até ao Projeto 1".
Falhas típicas e resposta:
- A pasta missions-project não existe → corre o --check: o passo 9 monta-a
Relógio: deves estar aqui aos 11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 → 14:00] 2 min · missions
Objetivo: Mostrar que se pode pensar com o Claude sem risco.
O que dizer:
- O plan mode é a forma mais barata e segura de começar: o Claude lê o código e propõe, mas não toca em nada.
- Se o plano te servir, aprovas e ele executa; aqui não aprovamos.
Olha para o painel:
- Se a M1 estiver abaixo de 50 % a meio: "Shift+Tab duas vezes; procura plan mode on por baixo da caixa".
Falhas típicas e resposta:
- Aparece "accept edits on" e não o plan mode → carrega outra vez em Shift+Tab
- O Claude pergunta "Would you like to proceed?" → Esc: não queremos executar
Relógio: deves estar aqui aos 12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→ 16:00] 2 min · missions
Objetivo: Escolher o modelo pela tarefa, não por hábito.
O que dizer:
- O Haiku custa cerca de 10 vezes menos do que o Sonnet e chega para perguntas simples.
- No Projeto 1 vais escolher o modelo de 30 agentes: esta é a mesma decisão, em pequeno.
Olha para o painel:
- Se a M2 ficar atrás da M1: "o /model haiku pede uma confirmação; carrega em Enter".
Falhas típicas e resposta:
- Fica a pedir confirmação → Enter na opção selecionada
Relógio: deves estar aqui aos 14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 → 18:00] 2 min · missions
Objetivo: Perceber a peça base de um swarm.
O que dizer:
- Um swarm é isto multiplicado: muitos subagentes, cada um com o seu contexto e a sua tarefa.
- O contexto principal fica limpo, e isso também é custo.
Olha para o painel:
- Se a M3 estiver abaixo da M2: "escrevam a palavra subagente no pedido".
Falhas típicas e resposta:
- O Claude responde sem lançar subagente → pede explicitamente: usa um subagente Explore
Relógio: deves estar aqui aos 16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→ 19:00] 1 min · missions
Objetivo: Separar tool de skill antes de a M4 criar uma skill e a M11 usar uma tool.
O que dizer:
- Uma tool é código: mesma entrada, mesma saída, e custa quase nada em tokens.
- Uma skill é texto: escreve-se em minutos, mas o modelo interpreta-a e pode desviar-se.
- As melhores skills chamam tools para as partes que têm de ser exatas.
Olha para o painel:
- Sem painel nesta: avança para a M4 em 1 minuto.
Falhas típicas e resposta:
- Perguntam se um MCP é uma tool ou uma skill → um servidor MCP oferece tools; a skill é só um ficheiro Markdown
Relógio: deves estar aqui aos 18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 → 21:00] 2 min · missions
Objetivo: Mostrar que uma skill é só um ficheiro que qualquer pessoa escreve.
O que dizer:
- As skills do workshop (/demo-plan, /task-swarm…) são exatamente isto: Markdown com instruções.
- O claude -c retoma a conversa anterior: nada se perde ao sair.
- Lembra o slide anterior: a skill é a receita em texto, a tool é a função em código.
Olha para o painel:
- Se a M4 ficar baixa: "a skill só aparece depois de sair e voltar; /exit e claude -c".
Falhas típicas e resposta:
- /resumo não existe → confirma o ficheiro .claude/skills/resumo/SKILL.md e reabre com claude -c
Relógio: deves estar aqui aos 19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[21:00 → 23:00] 2 min · missions
Objetivo: Perceber que os hooks automatizam sem pedir ao modelo.
O que dizer:
- É assim que o kit mede o custo: um hook no fim de cada subagente.
- O settings.local.json é só teu e não vai para o git.
- Esc Esc abre o rewind: voltas a antes da edição.
Olha para o painel:
- Se a M5 estiver abaixo de 50 %: "metade da sala ainda não tem um hook; quem já tem, ajuda o vizinho".
Falhas típicas e resposta:
- O edits.log não aparece → o hook só corre na edição seguinte: pede outra edição
- O hook ficou no settings.json do kit → pede para o mover para .claude/settings.local.json
Relógio: deves estar aqui aos 21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→ 25:00] 2 min · missions
Objetivo: Ver o Claude a trabalhar sozinho com uma condição de paragem.
O que dizer:
- O projeto vem com 2 testes partidos de propósito.
- Um loop sem condição de paragem gasta dinheiro: diz sempre quando parar.
Olha para o painel:
- Se a M6 subir devagar: "o loop corre de minuto a minuto; enquanto esperam, façam uma bónus".
Falhas típicas e resposta:
- O loop não para → Esc e diz: para o loop
Relógio: deves estar aqui aos 23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 → 26:00] 1 min · missions
Objetivo: Fechar as missões guiadas e apontar as bónus para as esperas.
O que dizer:
- A missão que pisca no painel é a menos feita: é a que vale a pena ajudar agora.
- As bónus não têm tempo de palco: fazem-se enquanto os swarms trabalham.
Olha para o painel:
- Lê em voz alta a missão que pisca e chama quem a tem para mostrar ao vizinho.
- Se a cobertura média passar de 70 %: "esta sala está mais rápida do que o ensaio".
Relógio: deves estar aqui aos 25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 → 28:00] 2 min · p1
Objetivo: Apresentar o Canivete e plantar a previsão.
O que dizer:
- Contar palavras, dividir a conta, converter cores: 30 ferramentas que se usam a sério.
- Cada uma é um agente e um teste; tu decides quantos agentes, que modelo e uma ferramenta tua.
Olha para o painel:
- Ainda vazio: "no fim do bloco este gráfico mostra o tempo e o custo de cada swarm da sala".
Falhas típicas e resposta:
- A pasta canivete-project não existe → o --check monta-a no passo 9
Relógio: deves estar aqui aos 26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[28:00 → 32:00] 4 min · p1
Objetivo: Dar a cada pessoa uma ferramenta que é só dela.
O que dizer:
- Os modelos são 4: calc, convert, text e generate; o agente só escreve a função run().
- O gen.mjs diz-te que campo está mal e dá um exemplo.
Olha para o painel:
- Lê os modelos mais escolhidos: "a sala prefere calc; quem fez um generate?".
Falhas típicas e resposta:
- O gen.mjs recusa o my-tool.json → lê a mensagem: diz o campo e dá um exemplo
- Sem ideias → usa o exemplo sem mudanças: funciona
Relógio: deves estar aqui aos 28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[32:00 → 34:00] 2 min · p1
Objetivo: Fazer a sala dividir-se, para a comparação no painel ficar rica.
O que dizer:
- Sugestão: filas da frente 4, meio 8, trás 12.
- Mais agentes acabam mais depressa, mas a sessão principal coordena mais: o custo não desce.
Olha para o painel:
- Ainda sem pontos: "daqui a 10 minutos vemos quem tinha razão".
Relógio: deves estar aqui aos 32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[34:00 → 35:00] 1 min · p1
Objetivo: Registar a decisão e a previsão antes de ver o resultado.
O que dizer:
- O grafo é determinístico: vem das specs, não do modelo.
- A previsão só vai para o painel, para comparar com o tempo real.
Olha para o painel:
- Se a mediana prevista aparecer: "a sala acha X minutos; vamos ver".
Falhas típicas e resposta:
- ERROR: plan not found ao avançar → corre o /demo-plan primeiro, na pasta canivete-project
Relógio: deves estar aqui aos 34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[35:00 → 42:00] 7 min · p1
Objetivo: Ver um swarm a trabalhar e o efeito das decisões da sala.
O que dizer:
- Cada quadrado é uma ferramenta: amarelo a trabalhar, verde passou, vermelho falhou.
- Os vermelhos são o próximo slide: não é azar.
Olha para o painel:
- Aos 4 min, quando aparecerem pontos: "os de 12 acabaram primeiro; vejam se gastaram menos".
- Se a mediana real ficar longe da prevista: "prevemos X, demorou Y; quem acertou?".
Falhas típicas e resposta:
- Porta 3000 ocupada → o server.js usa a seguinte e diz qual
- Pede uma permissão a meio → o projeto tem de estar trusted: o setup trata disso; aceita e continua
- O swarm parou → corre /demo-swarm outra vez: retoma onde estava
Relógio: deves estar aqui aos 35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[42:00 → 46:00] 4 min · p1
Objetivo: Perceber que o que a spec não decide, o agente adivinha.
O que dizer:
- As 3 partidas de propósito (nm-03, dn-01, tx-02) omitem uma regra; o agente escolhe a resposta "óbvia", e é a errada.
- A mensagem diz o que a ferramenta devolveu e o que a spec não decide, nunca o valor certo: és tu que decides.
- Nenhum agente pode mudar uma spec: é o teu trabalho.
Olha para o painel:
- Se "specs corrigidas" ficar a 0 aos 2 min: "abram o spec.md do vermelho e escrevam uma linha com a regra".
Falhas típicas e resposta:
- Volta a ficar vermelho → a regra está ambígua: escreve um exemplo com o valor
- Não sabe qual é a regra → pensa como quem pediu a ferramenta: o que é correto para um contabilista?
Relógio: deves estar aqui aos 42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[46:00 → 48:00] 2 min · p1
Objetivo: Fechar o ciclo: qualidade e custo, medidos.
O que dizer:
- O revisor é o Opus: lê um resumo, não a árvore toda, e diz APPROVED ou REJECTED.
- O custo vem dos tokens reais e dos preços publicados.
Olha para o painel:
- Lê o custo por verde de 4, 8 e 12: "mais agentes não ficou mais barato".
- Se houver swarms em Sonnet: "o Sonnet custou mais e quase não deu mais verdes".
Falhas típicas e resposta:
- GATE: REJECTED → lê as reservas; normalmente é um vermelho por corrigir
Relógio: deves estar aqui aos 46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50:00] 2 min · p1
Objetivo: Fechar a ideia tool ou skill: o que o swarm construiu o Claude chama como tool.
O que dizer:
- Esta é uma tool: código com entradas tipadas, que o Claude chama pelo nome, sem ler uma receita.
- Mesma ferramenta, duas formas de a usar: a página no browser e o Claude.
Olha para o painel:
- Se a M11 ficar baixa: "o Claude Code tem de estar aberto na pasta do Canivete; /mcp mostra se o servidor canivete está ligado".
Falhas típicas e resposta:
- O Claude não encontra a ferramenta → /mcp: o servidor canivete tem de estar ligado. Plano B: /exit e claude -c, e volta a pedir (a sessão nova lê as ferramentas todas)
- Responde sem chamar a tool (lê o tool.js com cat) → pede pelo nome: usa a ferramenta my-01; se continuar, /exit e claude -c
Relógio: deves estar aqui aos 48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[50:00 → 52:00] 2 min · p2
Objetivo: Ligar o Projeto 2 ao que já fizeram.
O que dizer:
- O plan é o /demo-plan, o swarm é o /demo-swarm, o gate é o /demo-review: a diferença é que a tarefa vem de uma issue.
- O caminho por defeito é a Biblioteca Municipal, sem login; quem tiver Jira ou GitHub a funcionar pode usar uma issue sua.
Olha para o painel:
- O funil está vazio: "daqui a 30 minutos queremos a sala toda no fim".
- Quem vai trabalhar no seu repositório e prefere que nada saia do portátil: "o unregister para os envios; a caderneta fica, e o register --again volta a ligar".
Relógio: deves estar aqui aos 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[52:00 → 56:00] 4 min · p2
Objetivo: Pôr toda a gente com uma tarefa lida.
O que dizer:
- A EX-1 é pequena: validar o ISBN e o email ao criar livros e leitores.
- O intake só lê: não escreve nada no Jira nem no GitHub.
Olha para o painel:
- Se o funil não sair de "intake" aos 3 min: "confirmem que estão na pasta practice-project".
Falhas típicas e resposta:
- Issue não encontrada → corre na pasta practice-project: o caminho é issues/EX-1.json
Relógio: deves estar aqui aos 52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[56:00 → 62:00] 6 min · p2
Objetivo: Decidir com base no porquê, não no número.
O que dizer:
- O planner lê a issue e o código e propõe subtarefas: tarefas que mexem nos mesmos ficheiros vão em lotes diferentes.
- Ajustar é normal: o plano é uma proposta.
Olha para o painel:
- Lê o histograma: "a maioria tem 2 ou 3; quem ajustou, porquê?".
Falhas típicas e resposta:
- PLAN INVALID → pede ao planner para corrigir: a mensagem diz o que falta
Relógio: deves estar aqui aos 56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[62:00 → 74:00] 12 min · p2
Objetivo: Ver o swarm numa tarefa real, com retoma.
O que dizer:
- Esc interrompe; /task-swarm de novo retoma onde estava.
- Se o planner decidiu worktrees, cada agente trabalha numa cópia do repositório.
Olha para o painel:
- A meio, lê o funil: "metade já está no gate; quem ainda está no swarm, deixem correr".
Falhas típicas e resposta:
- Uma subtarefa falha 3 vezes → lê o motivo no dashboard; corrige a descrição e corre --retry
- O dashboard não mostra nada → tem de correr na pasta do projeto
Relógio: deves estar aqui aos 62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[74:00 → 79:00] 5 min · p2
Objetivo: Não entregar nada sem verificação.
O que dizer:
- O gate corre os testes, procura segredos e código perigoso, e pede o veredito ao Opus.
- Um REJECTED não é um falhanço: é o gate a fazer o trabalho dele.
Olha para o painel:
- Se os gates aprovados ficarem baixos: "leiam as reservas; quase sempre é um teste por correr".
Falhas típicas e resposta:
- GATE: REJECTED → corrige o que as reservas dizem e corre /task-gate outra vez
Relógio: deves estar aqui aos 74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[79:00 → 83:00] 4 min · p2
Objetivo: Fechar a tarefa e guardar o que se aprendeu.
O que dizer:
- No projeto de treino o relatório fica em report.md; no Jira ou no GitHub, o /task-report só escreve depois do teu sim.
- A memória fica no teu portátil e o próximo /task-intake vai lê-la.
Olha para o painel:
- Se o funil chegar a "report": "quem fechou, avança para a EX-3".
Falhas típicas e resposta:
- MEMORY UNAVAILABLE → a app Agent Memory não está instalada: o resto funciona; --check mostra o passo 10
Relógio: deves estar aqui aos 79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[83:00 → 87:00] 4 min · p2
Objetivo: Fazer o ciclo sem ajuda.
O que dizer:
- A EX-3 é uma falha de segurança pequena (IDOR), com um teste de autorização já escrito.
- É o teste final do workshop: se consegues sozinho, consegues amanhã no teu repositório.
Olha para o painel:
- Lê as issues fechadas: "já há N EX-3 fechadas".
Falhas típicas e resposta:
- Não acabou a EX-1 → continua na EX-1: a EX-3 é opcional
Relógio: deves estar aqui aos 83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89:00] 2 min · closing
Objetivo: Fechar com os números da sala e 3 ideias concretas.
O que dizer:
- Os 3 números do painel são de "fazer melhor": custo por verde, verdes à primeira, % em Haiku.
- Tudo o que instalaram continua a funcionar amanhã: comecem pela próxima issue que vos atribuírem com /task-intake.
Olha para o painel:
- Lê o custo médio por pessoa contra o alvo de US$ 5.
- Lê a % de verdes à primeira: "é isto que uma boa spec compra".
Relógio: deves estar aqui aos 87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[89:00 → 90:00] 1 min · closing
Objetivo: Abrir as perguntas.
O que dizer:
- As perguntas podem passar dos 90 minutos. Quem não fez o setup instala agora.
- O painel apaga tudo à meia-noite; a caderneta e as memórias ficam no vosso portátil.
Olha para o painel:
- Se der tempo: mostra a classificação final.
Relógio: deves estar aqui aos 89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V2-TITLE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V2-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2377440" cy="2971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5688" y="7680960"/>
            <a:ext cx="2560320" cy="32004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752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97153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Orquestração de agentes com Claude</a:t>
            </a:r>
            <a:endParaRPr lang="en-US" sz="6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Missões, um swarm que constrói um canivete e uma tarefa a sério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regras: custo e o que o painel vê</a:t>
            </a:r>
            <a:endParaRPr lang="en-US" sz="4400" dirty="0"/>
          </a:p>
        </p:txBody>
      </p:sp>
      <p:sp>
        <p:nvSpPr>
          <p:cNvPr id="3" name="cost-head"/>
          <p:cNvSpPr txBox="1"/>
          <p:nvPr/>
        </p:nvSpPr>
        <p:spPr>
          <a:xfrm>
            <a:off x="640080" y="2697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custo</a:t>
            </a:r>
            <a:endParaRPr lang="en-US" sz="2800" dirty="0"/>
          </a:p>
        </p:txBody>
      </p:sp>
      <p:sp>
        <p:nvSpPr>
          <p:cNvPr id="4" name="cost-0"/>
          <p:cNvSpPr/>
          <p:nvPr/>
        </p:nvSpPr>
        <p:spPr>
          <a:xfrm>
            <a:off x="640080" y="3291840"/>
            <a:ext cx="3454298" cy="23774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st-value-0"/>
          <p:cNvSpPr txBox="1"/>
          <p:nvPr/>
        </p:nvSpPr>
        <p:spPr>
          <a:xfrm>
            <a:off x="914400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5000" dirty="0"/>
          </a:p>
        </p:txBody>
      </p:sp>
      <p:sp>
        <p:nvSpPr>
          <p:cNvPr id="6" name="cost-label-0"/>
          <p:cNvSpPr txBox="1"/>
          <p:nvPr/>
        </p:nvSpPr>
        <p:spPr>
          <a:xfrm>
            <a:off x="914400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o dia todo</a:t>
            </a:r>
            <a:endParaRPr lang="en-US" sz="2400" dirty="0"/>
          </a:p>
        </p:txBody>
      </p:sp>
      <p:sp>
        <p:nvSpPr>
          <p:cNvPr id="7" name="cost-1"/>
          <p:cNvSpPr/>
          <p:nvPr/>
        </p:nvSpPr>
        <p:spPr>
          <a:xfrm>
            <a:off x="4368698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cost-value-1"/>
          <p:cNvSpPr txBox="1"/>
          <p:nvPr/>
        </p:nvSpPr>
        <p:spPr>
          <a:xfrm>
            <a:off x="4643018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5000" dirty="0"/>
          </a:p>
        </p:txBody>
      </p:sp>
      <p:sp>
        <p:nvSpPr>
          <p:cNvPr id="9" name="cost-label-1"/>
          <p:cNvSpPr txBox="1"/>
          <p:nvPr/>
        </p:nvSpPr>
        <p:spPr>
          <a:xfrm>
            <a:off x="4643018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2400" dirty="0"/>
          </a:p>
        </p:txBody>
      </p:sp>
      <p:sp>
        <p:nvSpPr>
          <p:cNvPr id="10" name="cost-2"/>
          <p:cNvSpPr/>
          <p:nvPr/>
        </p:nvSpPr>
        <p:spPr>
          <a:xfrm>
            <a:off x="8097317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cost-value-2"/>
          <p:cNvSpPr txBox="1"/>
          <p:nvPr/>
        </p:nvSpPr>
        <p:spPr>
          <a:xfrm>
            <a:off x="8371637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5000" dirty="0"/>
          </a:p>
        </p:txBody>
      </p:sp>
      <p:sp>
        <p:nvSpPr>
          <p:cNvPr id="12" name="cost-label-2"/>
          <p:cNvSpPr txBox="1"/>
          <p:nvPr/>
        </p:nvSpPr>
        <p:spPr>
          <a:xfrm>
            <a:off x="8371637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cortadas por custo</a:t>
            </a:r>
            <a:endParaRPr lang="en-US" sz="2400" dirty="0"/>
          </a:p>
        </p:txBody>
      </p:sp>
      <p:sp>
        <p:nvSpPr>
          <p:cNvPr id="13" name="sees-head"/>
          <p:cNvSpPr txBox="1"/>
          <p:nvPr/>
        </p:nvSpPr>
        <p:spPr>
          <a:xfrm>
            <a:off x="640080" y="6035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o painel vê</a:t>
            </a:r>
            <a:endParaRPr lang="en-US" sz="2800" dirty="0"/>
          </a:p>
        </p:txBody>
      </p:sp>
      <p:sp>
        <p:nvSpPr>
          <p:cNvPr id="14" name="sees-mark-0-circle"/>
          <p:cNvSpPr/>
          <p:nvPr/>
        </p:nvSpPr>
        <p:spPr>
          <a:xfrm>
            <a:off x="640080" y="667512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sees-mark-0" descr="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6785762"/>
            <a:ext cx="281635" cy="281635"/>
          </a:xfrm>
          <a:prstGeom prst="rect">
            <a:avLst/>
          </a:prstGeom>
        </p:spPr>
      </p:pic>
      <p:sp>
        <p:nvSpPr>
          <p:cNvPr id="16" name="sees-0"/>
          <p:cNvSpPr txBox="1"/>
          <p:nvPr/>
        </p:nvSpPr>
        <p:spPr>
          <a:xfrm>
            <a:off x="1371600" y="667512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missões fizeste e as tuas decisões (agentes, modelo)</a:t>
            </a:r>
            <a:endParaRPr lang="en-US" sz="2600" dirty="0"/>
          </a:p>
        </p:txBody>
      </p:sp>
      <p:sp>
        <p:nvSpPr>
          <p:cNvPr id="17" name="sees-mark-1-circle"/>
          <p:cNvSpPr/>
          <p:nvPr/>
        </p:nvSpPr>
        <p:spPr>
          <a:xfrm>
            <a:off x="640080" y="74066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8" name="sees-mark-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17282"/>
            <a:ext cx="281635" cy="281635"/>
          </a:xfrm>
          <a:prstGeom prst="rect">
            <a:avLst/>
          </a:prstGeom>
        </p:spPr>
      </p:pic>
      <p:sp>
        <p:nvSpPr>
          <p:cNvPr id="19" name="sees-1"/>
          <p:cNvSpPr txBox="1"/>
          <p:nvPr/>
        </p:nvSpPr>
        <p:spPr>
          <a:xfrm>
            <a:off x="1371600" y="740664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nome do GitHub, na classificação</a:t>
            </a:r>
            <a:endParaRPr lang="en-US" sz="2600" dirty="0"/>
          </a:p>
        </p:txBody>
      </p:sp>
      <p:sp>
        <p:nvSpPr>
          <p:cNvPr id="20" name="sees-mark-2-circle"/>
          <p:cNvSpPr/>
          <p:nvPr/>
        </p:nvSpPr>
        <p:spPr>
          <a:xfrm>
            <a:off x="640080" y="8138160"/>
            <a:ext cx="502920" cy="502920"/>
          </a:xfrm>
          <a:prstGeom prst="ellipse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pic>
        <p:nvPicPr>
          <p:cNvPr id="21" name="sees-mark-2" descr="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8248802"/>
            <a:ext cx="281635" cy="281635"/>
          </a:xfrm>
          <a:prstGeom prst="rect">
            <a:avLst/>
          </a:prstGeom>
        </p:spPr>
      </p:pic>
      <p:sp>
        <p:nvSpPr>
          <p:cNvPr id="22" name="sees-2"/>
          <p:cNvSpPr txBox="1"/>
          <p:nvPr/>
        </p:nvSpPr>
        <p:spPr>
          <a:xfrm>
            <a:off x="1371600" y="813816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os teus prompts, o teu código nem tokens</a:t>
            </a:r>
            <a:endParaRPr lang="en-US" sz="2600" dirty="0"/>
          </a:p>
        </p:txBody>
      </p:sp>
      <p:sp>
        <p:nvSpPr>
          <p:cNvPr id="23" name="sees-mark-3-circle"/>
          <p:cNvSpPr/>
          <p:nvPr/>
        </p:nvSpPr>
        <p:spPr>
          <a:xfrm>
            <a:off x="640080" y="8869680"/>
            <a:ext cx="502920" cy="50292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4" name="sees-mark-3" descr="trash-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8980322"/>
            <a:ext cx="281635" cy="281635"/>
          </a:xfrm>
          <a:prstGeom prst="rect">
            <a:avLst/>
          </a:prstGeom>
        </p:spPr>
      </p:pic>
      <p:sp>
        <p:nvSpPr>
          <p:cNvPr id="25" name="sees-3"/>
          <p:cNvSpPr txBox="1"/>
          <p:nvPr/>
        </p:nvSpPr>
        <p:spPr>
          <a:xfrm>
            <a:off x="1371600" y="886968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é apagado à meia-noite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328416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054096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fazer hoje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blocos, sempre no teu portátil, sempre a fazer: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5707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Missões · 15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missões curtas: plan mode, modelos, subagentes, skills, hooks, /loop e uma tool tua, uma de cada vez.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7274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1709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7274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1 · 24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swarm de agentes constrói o Canivete: 30 ferramentas e a tua. Tu decides quantos agentes e que modelo.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63276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67711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63276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2 · 37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ciclo numa tarefa a sério: uma issue do projeto de treino, ou do teu Jira ou GitHub.</a:t>
            </a:r>
            <a:endParaRPr lang="en-US" sz="2600" dirty="0"/>
          </a:p>
        </p:txBody>
      </p:sp>
      <p:sp>
        <p:nvSpPr>
          <p:cNvPr id="16" name="takeaway"/>
          <p:cNvSpPr/>
          <p:nvPr/>
        </p:nvSpPr>
        <p:spPr>
          <a:xfrm>
            <a:off x="640080" y="8065008"/>
            <a:ext cx="10911535" cy="914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takeaway-text"/>
          <p:cNvSpPr txBox="1"/>
          <p:nvPr/>
        </p:nvSpPr>
        <p:spPr>
          <a:xfrm>
            <a:off x="914400" y="8065008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Levas para casa: o kit instalado, uma memória com o que aprendeste e um ciclo para usar amanhã.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328416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054096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Como vamos trabalhar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ciclo nos dois projetos: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405683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Tu decides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spec, quantos agentes e que modelo.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397350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4675784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397350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Os agentes fazem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paralelo, cada um com a sua tarefa e o seu teste.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5667451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5945886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5667451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 verifica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testes, os segredos, o código perigoso e a revisão do Opus.</a:t>
            </a:r>
            <a:endParaRPr lang="en-US" sz="2600" dirty="0"/>
          </a:p>
        </p:txBody>
      </p:sp>
      <p:sp>
        <p:nvSpPr>
          <p:cNvPr id="16" name="block-3"/>
          <p:cNvSpPr/>
          <p:nvPr/>
        </p:nvSpPr>
        <p:spPr>
          <a:xfrm>
            <a:off x="640080" y="6937553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block-number-3"/>
          <p:cNvSpPr/>
          <p:nvPr/>
        </p:nvSpPr>
        <p:spPr>
          <a:xfrm>
            <a:off x="868680" y="7215988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block-text-3"/>
          <p:cNvSpPr txBox="1"/>
          <p:nvPr/>
        </p:nvSpPr>
        <p:spPr>
          <a:xfrm>
            <a:off x="1645920" y="6937553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painel mostra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sala já fez, ao vivo (nunca os teus prompts).</a:t>
            </a:r>
            <a:endParaRPr lang="en-US" sz="2600" dirty="0"/>
          </a:p>
        </p:txBody>
      </p:sp>
      <p:sp>
        <p:nvSpPr>
          <p:cNvPr id="19" name="block-4"/>
          <p:cNvSpPr/>
          <p:nvPr/>
        </p:nvSpPr>
        <p:spPr>
          <a:xfrm>
            <a:off x="640080" y="8207654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block-number-4"/>
          <p:cNvSpPr/>
          <p:nvPr/>
        </p:nvSpPr>
        <p:spPr>
          <a:xfrm>
            <a:off x="868680" y="8486089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2400" dirty="0"/>
          </a:p>
        </p:txBody>
      </p:sp>
      <p:sp>
        <p:nvSpPr>
          <p:cNvPr id="21" name="block-text-4"/>
          <p:cNvSpPr txBox="1"/>
          <p:nvPr/>
        </p:nvSpPr>
        <p:spPr>
          <a:xfrm>
            <a:off x="1645920" y="8207654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aprende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 cada projeto, para a próxima vez.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memória aprende contigo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app Agent Memory guarda, no teu portátil, o que aprendes ao longo do dia: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5570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40005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5570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antes de planear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/demo-plan, /task-intake e /task-plan procuram primeiro o que já sabes.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51572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6007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51572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Guarda no fim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/demo-cost e /task-report guardam as lições de cada projeto; /memory guarda uma tua.</a:t>
            </a:r>
            <a:endParaRPr lang="en-US" sz="2600" dirty="0"/>
          </a:p>
        </p:txBody>
      </p:sp>
      <p:sp>
        <p:nvSpPr>
          <p:cNvPr id="13" name="code-background"/>
          <p:cNvSpPr/>
          <p:nvPr/>
        </p:nvSpPr>
        <p:spPr>
          <a:xfrm>
            <a:off x="640080" y="689457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914400" y="7077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 terminal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914400" y="753465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agent-memory-gui</a:t>
            </a:r>
            <a:endParaRPr lang="en-US" sz="2200" dirty="0"/>
          </a:p>
        </p:txBody>
      </p:sp>
      <p:sp>
        <p:nvSpPr>
          <p:cNvPr id="16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7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18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app abre com o grafo ainda vazio; no fim do dia tem as lições do Canivete e da EX-1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Verifica e liga-te ao painel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 terminal, liga-te ao painel e depois verifica o kit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o teu nome na classificação do painel</a:t>
            </a:r>
            <a:endParaRPr lang="en-US" sz="2600" dirty="0"/>
          </a:p>
        </p:txBody>
      </p:sp>
      <p:sp>
        <p:nvSpPr>
          <p:cNvPr id="10" name="code-background"/>
          <p:cNvSpPr/>
          <p:nvPr/>
        </p:nvSpPr>
        <p:spPr>
          <a:xfrm>
            <a:off x="640080" y="3877056"/>
            <a:ext cx="5318608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1" name="code-label"/>
          <p:cNvSpPr txBox="1"/>
          <p:nvPr/>
        </p:nvSpPr>
        <p:spPr>
          <a:xfrm>
            <a:off x="914400" y="4059936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Liga-te ao painel (Mac e Windows)</a:t>
            </a:r>
            <a:endParaRPr lang="en-US" sz="2000" dirty="0"/>
          </a:p>
        </p:txBody>
      </p:sp>
      <p:sp>
        <p:nvSpPr>
          <p:cNvPr id="12" name="code"/>
          <p:cNvSpPr txBox="1"/>
          <p:nvPr/>
        </p:nvSpPr>
        <p:spPr>
          <a:xfrm>
            <a:off x="914400" y="4517136"/>
            <a:ext cx="4769968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workshop-register</a:t>
            </a:r>
            <a:endParaRPr lang="en-US" sz="2100" dirty="0"/>
          </a:p>
        </p:txBody>
      </p:sp>
      <p:sp>
        <p:nvSpPr>
          <p:cNvPr id="13" name="code-background"/>
          <p:cNvSpPr/>
          <p:nvPr/>
        </p:nvSpPr>
        <p:spPr>
          <a:xfrm>
            <a:off x="6233008" y="3877056"/>
            <a:ext cx="5318608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6507328" y="4059936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Verifica o kit (Mac e Windows)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6507328" y="4517136"/>
            <a:ext cx="4769968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workshop-check</a:t>
            </a:r>
            <a:endParaRPr lang="en-US" sz="2100" dirty="0"/>
          </a:p>
        </p:txBody>
      </p:sp>
      <p:sp>
        <p:nvSpPr>
          <p:cNvPr id="16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7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8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tabela-resumo sem falhas e o teu nome no painel, em "Inscritas"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Algum passo falhou?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diagnóstico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 comando que ele sugere, um de cada vez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Continua sem resposta? Trabalha com o vizinho e chama-nos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e Windows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workshop-doctor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causa provável e o comando que a resolve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11 missões, uma grelha vazia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Quantas missões vai a sala acender em 15 minutos?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89204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missão valida-se sozinha: fazes, e o painel acende.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071616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25449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 · missões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711696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~/workshop-claude/missions-project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M1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Planear sem tocar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704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318004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458822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plan mode lê e planeia, mas não escreve nada.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35584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35584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Shift+Tab até aparecer "plan mode on"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0142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0142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 pergunta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46725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46725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plano e sai do plan mode com Shift+Tab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559552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574243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199632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Shift+Tab  →  plan mode 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acrescentarias conversão de volume?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com passos, sem nenhum ficheiro mudado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M2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modelo certo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Cada modelo tem um preço: Haiku para o simples, Sonnet para o trabalho, Opus para decidir.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 para o Haiku e confirma com Enter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uma pergunta simples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ao Sonnet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haiku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faz o units.js? Uma frase.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sonnet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resposta do Haiku, por uma fração do custo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M3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subagente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subagente trabalha num contexto limpo e devolve só o resumo.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o trabalho a um subagente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Vê-o a trabalhar à parte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 só o resultado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 um subagente Explore para listar as funções de src/units.js que não têm teste.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lista curta; a tua sessão principal não ficou cheia de ficheiros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328416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054096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Tool ou skill?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formas de dar mais poder ao Claude. Vais usar as duas hoje: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5570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40005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5570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Tool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Função com entradas tipadas que o Claude chama (Read, Bash, memory_add, as do Canivete). Prós: determinista, testável, barata em tokens. Contra: precisa de código e servidor.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51572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6007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51572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em Markdown que o Claude segue (/demo-swarm, a tua /resumo). Prós: escreve-se em minutos, flexível. Contras: o modelo interpreta, custa tokens e pode desviar-se.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67574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72009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67574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Juntas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skill pode chamar tools: a receita decide o quê, a tool faz com exatidão.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M4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skill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5636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747772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888590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skill é uma receita com nome, não uma tool: um SKILL.md que o Claude Code segue quando a chamas.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42153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42153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ao Claude para criar a skill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8737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8737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e volta à mesma sessão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5321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5321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a skill pelo nome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6419088"/>
            <a:ext cx="10911535" cy="223570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601968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7059168"/>
            <a:ext cx="10362895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 .claude/skills/resumo/SKILL.md: resume um ficheiro em 3 linhas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/exit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-c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/resumo src/units.js</a:t>
            </a:r>
            <a:endParaRPr lang="en-US" sz="20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resumo em 3 linhas, feito pela tua skill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M5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teu hook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hook é um comando que o Claude Code corre num evento.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o hook ao Claude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uma edição qualquer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edits.log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Acrescenta em .claude/settings.local.json um hook PostToolUse (Edit|Write) que junta a hora e o ficheiro a edits.log.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Acrescenta um comentário no topo do README.md.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linha nova no edits.log a cada edição. Estragou algo? Esc Esc volta atrás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M6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Até ficar verde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/loop repete um pedido sozinho, até a condição ser verdade.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o loop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Deixa-o trabalhar: não escrevas nada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quando estiver tudo verde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1m corre npm test e corrige o primeiro teste vermelho; quando estiver tudo verde, para o loop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2 testes vermelhos passam a verde e o loop para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falta à sala (e as bónus M7 a M10)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83464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Qual é a missão que menos gente fez?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88036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316199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2519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66344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bónus fazem-se nas esperas dos projetos: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5843016"/>
            <a:ext cx="10911535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02589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Bónus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483096"/>
            <a:ext cx="10362895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 /btw o que é um subagente?   (dica, sem validação)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 /statusline mostra o modelo e a branch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M9  claude -p "Resume o README" --model haiku &gt; resumo.txt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M10 /memory guarda uma lição sobre o conversor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construir: o Canivete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minutos demoram 8 agentes a construir 30 ferramentas?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5623560"/>
            <a:ext cx="88998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ferramentas do dia a dia, cada uma feita por um agente com o seu teste, mais a tua.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723290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741578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Canivete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787298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Inventa a tua ferramenta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exemplo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 o título, o conceito, o modelo e os exemplos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a spec e o teste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specs/my-tool.example.json specs/my-tool.json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workshop-gen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6252210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43509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892290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Copy-Item specs\my-tool.example.json specs\my-tool.json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workshop-gen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80147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81061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2067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80147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ferramentas inventadas pela sala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ferramenta my-01, com spec e teste, pronta para o swarm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agentes e que modelo?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o paralelismo (e o modelo das ferramentas):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 agentes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lento; a sessão principal coordena pouco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4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8 agentes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meio-termo, por defeito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8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12 agentes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rápido, mas o custo não desce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12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Modelo: --model haiku (por defeito, barato) ou --model sonnet (mais caro, quase os mesmos verdes)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4892040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461772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+ Prevê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Planeia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plano com a tua decisão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à previsão de minutos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as ondas e a estimativa de custo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--parallel 8 --model haiku</a:t>
            </a:r>
            <a:endParaRPr lang="en-US" sz="2100" dirty="0"/>
          </a:p>
        </p:txBody>
      </p:sp>
      <p:sp>
        <p:nvSpPr>
          <p:cNvPr id="15" name="predict"/>
          <p:cNvSpPr/>
          <p:nvPr/>
        </p:nvSpPr>
        <p:spPr>
          <a:xfrm>
            <a:off x="640080" y="5933542"/>
            <a:ext cx="10911535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predict-icon-circle"/>
          <p:cNvSpPr/>
          <p:nvPr/>
        </p:nvSpPr>
        <p:spPr>
          <a:xfrm>
            <a:off x="868680" y="6207862"/>
            <a:ext cx="640080" cy="64008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17" name="predict-icon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6348679"/>
            <a:ext cx="358445" cy="358445"/>
          </a:xfrm>
          <a:prstGeom prst="rect">
            <a:avLst/>
          </a:prstGeom>
        </p:spPr>
      </p:pic>
      <p:sp>
        <p:nvSpPr>
          <p:cNvPr id="18" name="predict-question"/>
          <p:cNvSpPr txBox="1"/>
          <p:nvPr/>
        </p:nvSpPr>
        <p:spPr>
          <a:xfrm>
            <a:off x="1737360" y="607070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minutos vai demorar o teu swarm?</a:t>
            </a:r>
            <a:endParaRPr lang="en-US" sz="3000" dirty="0"/>
          </a:p>
        </p:txBody>
      </p:sp>
      <p:sp>
        <p:nvSpPr>
          <p:cNvPr id="19" name="predict-where"/>
          <p:cNvSpPr txBox="1"/>
          <p:nvPr/>
        </p:nvSpPr>
        <p:spPr>
          <a:xfrm>
            <a:off x="1737360" y="6619342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/demo-plan pergunta; podes não responder</a:t>
            </a:r>
            <a:endParaRPr lang="en-US" sz="2400" dirty="0"/>
          </a:p>
        </p:txBody>
      </p:sp>
      <p:sp>
        <p:nvSpPr>
          <p:cNvPr id="20" name="expected-mark-circle"/>
          <p:cNvSpPr/>
          <p:nvPr/>
        </p:nvSpPr>
        <p:spPr>
          <a:xfrm>
            <a:off x="640080" y="7396582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1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07224"/>
            <a:ext cx="281635" cy="281635"/>
          </a:xfrm>
          <a:prstGeom prst="rect">
            <a:avLst/>
          </a:prstGeom>
        </p:spPr>
      </p:pic>
      <p:sp>
        <p:nvSpPr>
          <p:cNvPr id="22" name="expected"/>
          <p:cNvSpPr txBox="1"/>
          <p:nvPr/>
        </p:nvSpPr>
        <p:spPr>
          <a:xfrm>
            <a:off x="1371600" y="7350862"/>
            <a:ext cx="10180015" cy="2264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PLAN.md com 4 ondas e a estimativa de custo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7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Solta o swarm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o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abre o /status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esperas: uma missão bónus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Outro terminal · o /status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workshop-server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http://localhost:3000/status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cada ponto é um swarm acabado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grelha enche-se de verdes; 2 ou 3 ferramentas ficam vermelhas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Porque é que esta ferramenta falhou?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mensagem do teste vermelho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tu a regra que a spec não diz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Escreve-a na spec e repete só essa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Porque falhou o nm-03?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teu editor, depois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tools/nm-03/spec.md   (acrescenta a regra)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 --retry nm-03</a:t>
            </a:r>
            <a:endParaRPr lang="en-US" sz="22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vermelho passa a verde à segunda tentativa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Gate e custo: que decisão ganhou?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a revisão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custo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com a previsão e com o painel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100" dirty="0"/>
          </a:p>
        </p:txBody>
      </p:sp>
      <p:sp>
        <p:nvSpPr>
          <p:cNvPr id="15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17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18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custo por verde, por paralelismo e modelo</a:t>
            </a:r>
            <a:endParaRPr lang="en-US" sz="24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 e o custo por ferramenta verde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M11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ferramenta, pelo Claude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ferramentas que o swarm construiu também são tools do Claude: chama-as pelo nome.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no Canivete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ao Claude para usar a tua ferramenta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a chamada à tool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 a ferramenta my-01 com um exemplo teu.</a:t>
            </a:r>
            <a:endParaRPr lang="en-US" sz="2100" dirty="0"/>
          </a:p>
        </p:txBody>
      </p:sp>
      <p:sp>
        <p:nvSpPr>
          <p:cNvPr id="19" name="code-background"/>
          <p:cNvSpPr/>
          <p:nvPr/>
        </p:nvSpPr>
        <p:spPr>
          <a:xfrm>
            <a:off x="6233008" y="5989320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0" name="code-label"/>
          <p:cNvSpPr txBox="1"/>
          <p:nvPr/>
        </p:nvSpPr>
        <p:spPr>
          <a:xfrm>
            <a:off x="6507328" y="617220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 · no browser</a:t>
            </a:r>
            <a:endParaRPr lang="en-US" sz="2000" dirty="0"/>
          </a:p>
        </p:txBody>
      </p:sp>
      <p:sp>
        <p:nvSpPr>
          <p:cNvPr id="21" name="code"/>
          <p:cNvSpPr txBox="1"/>
          <p:nvPr/>
        </p:nvSpPr>
        <p:spPr>
          <a:xfrm>
            <a:off x="6507328" y="6629400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6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Claude chama mcp__canivete__my-01 e responde com o resultado da tua ferramenta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mesmo ciclo, noutro repositório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muda quando a tarefa é a sério?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160520"/>
            <a:ext cx="88998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 → memória: a mesma orquestração, agora com as skills /task-*.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576986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595274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projeto de treino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40994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14" name="code-background"/>
          <p:cNvSpPr/>
          <p:nvPr/>
        </p:nvSpPr>
        <p:spPr>
          <a:xfrm>
            <a:off x="640080" y="7560259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5" name="code-label"/>
          <p:cNvSpPr txBox="1"/>
          <p:nvPr/>
        </p:nvSpPr>
        <p:spPr>
          <a:xfrm>
            <a:off x="914400" y="7743139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 · deixar de enviar ao painel</a:t>
            </a:r>
            <a:endParaRPr lang="en-US" sz="2000" dirty="0"/>
          </a:p>
        </p:txBody>
      </p:sp>
      <p:sp>
        <p:nvSpPr>
          <p:cNvPr id="16" name="code"/>
          <p:cNvSpPr txBox="1"/>
          <p:nvPr/>
        </p:nvSpPr>
        <p:spPr>
          <a:xfrm>
            <a:off x="914400" y="8200339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workshop-unregister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a issue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projeto de treino, abre o Claude Code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 EX-1 (é um JSON, sem login)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tens Jira ou GitHub? Usa uma tua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 · o teu repositório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26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.workshop/task.md com a issue, os critérios e o que a memória já sabe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6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agentes?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/task-plan propõe um número e diz porquê. Decide: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Aprovar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 plano como está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Menos agentes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barato, mais lento; menos conflitos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menos agentes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Mais agentes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rápido, só se as tarefas não mexem nos mesmos ficheiros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mais agentes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corre /task-plan e lê o porquê do número.</a:t>
            </a:r>
            <a:endParaRPr lang="en-US" sz="2400" dirty="0"/>
          </a:p>
        </p:txBody>
      </p:sp>
      <p:sp>
        <p:nvSpPr>
          <p:cNvPr id="26" name="panel-cue"/>
          <p:cNvSpPr/>
          <p:nvPr/>
        </p:nvSpPr>
        <p:spPr>
          <a:xfrm>
            <a:off x="640080" y="8796528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27" name="panel-cue-arrow-circle"/>
          <p:cNvSpPr/>
          <p:nvPr/>
        </p:nvSpPr>
        <p:spPr>
          <a:xfrm>
            <a:off x="10984687" y="8887968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8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988552"/>
            <a:ext cx="256032" cy="256032"/>
          </a:xfrm>
          <a:prstGeom prst="rect">
            <a:avLst/>
          </a:prstGeom>
        </p:spPr>
      </p:pic>
      <p:sp>
        <p:nvSpPr>
          <p:cNvPr id="29" name="panel-cue-text"/>
          <p:cNvSpPr txBox="1"/>
          <p:nvPr/>
        </p:nvSpPr>
        <p:spPr>
          <a:xfrm>
            <a:off x="868680" y="8796528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quantos agentes escolheu a sala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12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Põe o swarm a trabalhar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o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abre o dashboard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esperas: as missões bónus que faltam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Outro terminal · na pasta do projeto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workshop-dashboard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o funil avança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subtarefas a verde; o estado fica em .workshop/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5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gate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e as reservas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Corrige o que ele pedir, se pedir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APPROVED, com os testes, os segredos e o código perigoso verificados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relatório e a memória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o relatório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 a lição na memória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teu repositório: confirma antes de cada escrita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/memory guarda a lição da EX-1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report.md no projeto de treino e uma memória nova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Agora sozinho: EX-3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Repete o ciclo na EX-3, sem slides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na EX-1? Continua nela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issues/EX-3.json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2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EX-3 fechada: um leitor deixa de ver os empréstimos de outro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Fecho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dia em números e 3 ideias para levar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83464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fazias diferente amanhã?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88036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316199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2519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ideas-head"/>
          <p:cNvSpPr txBox="1"/>
          <p:nvPr/>
        </p:nvSpPr>
        <p:spPr>
          <a:xfrm>
            <a:off x="640080" y="46634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 ideias para levar</a:t>
            </a:r>
            <a:endParaRPr lang="en-US" sz="3000" dirty="0"/>
          </a:p>
        </p:txBody>
      </p:sp>
      <p:sp>
        <p:nvSpPr>
          <p:cNvPr id="11" name="idea-number-0"/>
          <p:cNvSpPr/>
          <p:nvPr/>
        </p:nvSpPr>
        <p:spPr>
          <a:xfrm>
            <a:off x="640080" y="539496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2" name="idea-0"/>
          <p:cNvSpPr txBox="1"/>
          <p:nvPr/>
        </p:nvSpPr>
        <p:spPr>
          <a:xfrm>
            <a:off x="1417320" y="539496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spec não decide, o agente adivinha</a:t>
            </a:r>
            <a:endParaRPr lang="en-US" sz="3000" dirty="0"/>
          </a:p>
        </p:txBody>
      </p:sp>
      <p:sp>
        <p:nvSpPr>
          <p:cNvPr id="13" name="idea-number-1"/>
          <p:cNvSpPr/>
          <p:nvPr/>
        </p:nvSpPr>
        <p:spPr>
          <a:xfrm>
            <a:off x="640080" y="626364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idea-1"/>
          <p:cNvSpPr txBox="1"/>
          <p:nvPr/>
        </p:nvSpPr>
        <p:spPr>
          <a:xfrm>
            <a:off x="1417320" y="626364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agentes não é mais barato: decide o paralelismo</a:t>
            </a:r>
            <a:endParaRPr lang="en-US" sz="3000" dirty="0"/>
          </a:p>
        </p:txBody>
      </p:sp>
      <p:sp>
        <p:nvSpPr>
          <p:cNvPr id="15" name="idea-number-2"/>
          <p:cNvSpPr/>
          <p:nvPr/>
        </p:nvSpPr>
        <p:spPr>
          <a:xfrm>
            <a:off x="640080" y="713232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idea-2"/>
          <p:cNvSpPr txBox="1"/>
          <p:nvPr/>
        </p:nvSpPr>
        <p:spPr>
          <a:xfrm>
            <a:off x="1417320" y="713232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 para o simples, e mede sempre o custo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Perguntas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 limite de tempo</a:t>
            </a:r>
            <a:endParaRPr lang="en-US" sz="3400" dirty="0"/>
          </a:p>
        </p:txBody>
      </p:sp>
      <p:sp>
        <p:nvSpPr>
          <p:cNvPr id="4" name="footer"/>
          <p:cNvSpPr txBox="1"/>
          <p:nvPr/>
        </p:nvSpPr>
        <p:spPr>
          <a:xfrm>
            <a:off x="640080" y="64922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 (v2)</dc:title>
  <dc:subject>PptxGenJS Presentation</dc:subject>
  <dc:creator>Workshop Claude</dc:creator>
  <cp:lastModifiedBy>Workshop Claude</cp:lastModifiedBy>
  <cp:revision>1</cp:revision>
  <dcterms:created xsi:type="dcterms:W3CDTF">2026-10-25T18:17:23Z</dcterms:created>
  <dcterms:modified xsi:type="dcterms:W3CDTF">2026-10-25T18:17:23Z</dcterms:modified>
</cp:coreProperties>
</file>