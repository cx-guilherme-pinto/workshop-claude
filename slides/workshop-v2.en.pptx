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c55cc71-7e6c-58a9-4531-9b16e27065d3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ions" id="{2e2a839b-d920-b333-30ed-df32f0db612b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ct 1" id="{23e2480d-e0b2-ad03-9f28-58f1ff17cabd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ct 2" id="{ca84cb2d-d28d-c13f-fa3a-c333979e3c53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ff2d5de3-39bc-dbec-6536-84e5dead5588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0.5 min · opening
Goal: Open the session and point at the panel on the right.
What to say:
- For 90 minutes we do instead of listen: 11 short missions, a swarm of agents and a task in a real repository.
- The panel on the right shows what everyone has done, live.
Look at the panel:
- If there are already names on the leaderboard: "whoever is on the panel ran the setup at home, thank you".
Clock: you should be here at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1.5 min · opening
Goal: Make clear that cost is measured, not cut, and what the panel sees.
What to say:
- The target is US$ 5 per person for the whole day; at US$ 5 and US$ 10 a warning shows, and nobody is cut off.
- The panel only gets counts and decisions, never prompts or code. Points come from coverage and quality, never from spending more.
- Everything the panel kept today is deleted at midnight.
Look at the panel:
- If someone asks about privacy: "it is all in docs/PRIVACY.md, and node ~/.workshop-claude/kit/telemetry/ctl.mjs show prints the last 20 events exactly as they leave your laptop".
Clock: you should be here at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Goal: Give the map of the day before starting.
What to say:
- There is no theory block: each concept is learned in a 2-minute mission.
- The two projects are the same cycle: first on a project made for the workshop, then on a real task.
- Everything stays installed and keeps working after today.
Look at the panel:
- The panel is still empty: "it fills up as you do each thing".
Clock: you should be here at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Goal: Explain the cycle that repeats in both projects.
What to say:
- Your job is to decide and to check; the agents’ job is to do.
- The cost is measured at every step, from the real tokens.
Clock: you should be here at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Goal: Introduce the memory and explain that it grows with each person’s work.
What to say:
- They are Markdown files in ~/.agent-memory, with an index: everything stays on your laptop.
- Each lesson is linked to the project, the task and the files: tomorrow, /task-intake on another issue already finds it.
- We come back to this window at the end of each project.
Typical failures and the answer:
- agent-memory-gui does not exist → --check shows step 10; without the app everything else works (MEMORY UNAVAILABLE)
- The window does not open (Windows without WebView2) → the app opens the same interface in the browser
Clock: you should be here at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Goal: Everyone with the kit checked and registered on the panel.
What to say:
- --check installs nothing: it only confirms each step and connects you to the panel.
- The registration uses your gh login: it checks the company email on your laptop, and only the name goes to the panel.
Look at the panel:
- If "Ready" is below half at 3 min: "whoever has a green table, help your neighbour".
- If "Registered" is well below the room: "the register command under the table fixes it; without a verified @checkmarx.com email on GitHub you do the workshop all the same, you just do not appear on the leaderboard".
Typical failures and the answer:
- E-TEL-03: gh cannot read the emails → gh auth refresh -h github.com -s user:email and run register again
- E-TEL-02: no verified company email → add it at github.com/settings/emails; the workshop works without it
- The command does not exist: no setup yet → run the one-liner from the README now and pair with a neighbour while it installs
Clock: you should be here at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Goal: Fix setup failures without stopping the room.
What to say:
- --doctor asks Haiku for a diagnosis of the log excerpt, with the secrets already removed, and only runs a command if you say yes.
- Nobody waits: whoever cannot fix it in 2 minutes pairs with a neighbour.
Look at the panel:
- If "Ready" does not go up: "whoever has ❌ on Claude Code login, run claude auth login --console".
Typical failures and the answer:
- Company proxy or network → switch to the event network or a hotspot and run --check again
- Claude login missing → claude auth login --console
Clock: you should be here at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Goal: Open the missions project and start the room race.
What to say:
- There are 7 guided missions of 2 minutes (6 here, the last one in Project 1) and 4 bonus ones for the waits.
- Nobody clicks "done": the kit sees the feature being used and lights up the mission.
- /missions shows your mission book at any time.
Look at the panel:
- The grid is at 0 %: "let us see how many we light up before Project 1".
Typical failures and the answer:
- The missions-project folder does not exist → run --check: step 9 sets it up
Clock: you should be here at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Goal: Show that you can think with Claude at no risk.
What to say:
- Plan mode is the cheapest and safest way to start: Claude reads the code and proposes, but touches nothing.
- If the plan works for you, you approve it and it runs; here we do not approve.
Look at the panel:
- If M1 is below 50 % halfway: "Shift+Tab twice; look for plan mode on under the input box".
Typical failures and the answer:
- "accept edits on" shows instead of plan mode → press Shift+Tab again
- Claude asks "Would you like to proceed?" → Esc: we do not want to run it
Clock: you should be here at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Goal: Choose the model by the task, not by habit.
What to say:
- Haiku costs about 10 times less than Sonnet and is enough for simple questions.
- In Project 1 you will choose the model of 30 agents: this is the same decision, in small.
Look at the panel:
- If M2 lags behind M1: "/model haiku asks for a confirmation; press Enter".
Typical failures and the answer:
- It keeps asking for confirmation → Enter on the selected option
Clock: you should be here at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Goal: Understand the building block of a swarm.
What to say:
- A swarm is this, multiplied: many subagents, each with its own context and task.
- The main context stays clean, and that is cost too.
Look at the panel:
- If M3 is below M2: "write the word subagent in the request".
Typical failures and the answer:
- Claude answers without launching a subagent → ask explicitly: use an Explore subagent
Clock: you should be here at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Goal: Tell tool from skill before M4 creates a skill and M11 uses a tool.
What to say:
- A tool is code: same input, same output, and almost free in tokens.
- A skill is text: written in minutes, but the model interprets it and can drift.
- The best skills call tools for the parts that must be exact.
Look at the panel:
- No panel cue here: move on to M4 within 1 minute.
Typical failures and the answer:
- Someone asks whether an MCP is a tool or a skill → an MCP server offers tools; a skill is just a Markdown file
Clock: you should be here at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Goal: Show that a skill is just a file anyone can write.
What to say:
- The workshop skills (/demo-plan, /task-swarm…) are exactly this: Markdown with instructions.
- claude -c resumes the previous conversation: nothing is lost when you leave.
- Recall the last slide: the skill is the recipe in text, the tool is the function in code.
Look at the panel:
- If M4 stays low: "the skill only shows after you leave and come back; /exit and claude -c".
Typical failures and the answer:
- /summary does not exist → check the file .claude/skills/summary/SKILL.md and reopen with claude -c
Clock: you should be here at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Goal: Understand that hooks automate without asking the model.
What to say:
- This is how the kit measures cost: a hook at the end of each subagent.
- settings.local.json is only yours and does not go to git.
- Esc Esc opens rewind: you go back to before the edit.
Look at the panel:
- If M5 is below 50 %: "half the room has no hook yet; whoever has one, help your neighbour".
Typical failures and the answer:
- edits.log does not show up → the hook only runs on the next edit: ask for another one
- The hook went into the kit’s settings.json → ask to move it to .claude/settings.local.json
Clock: you should be here at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Goal: See Claude work on its own with a stop condition.
What to say:
- The project ships with 2 tests broken on purpose.
- A loop with no stop condition burns money: always say when to stop.
Look at the panel:
- If M6 goes up slowly: "the loop runs every minute; while you wait, do a bonus one".
Typical failures and the answer:
- The loop does not stop → Esc and say: stop the loop
Clock: you should be here at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Goal: Close the guided missions and point the bonus ones at the waits.
What to say:
- The mission blinking on the panel is the least done: that is the one worth helping with now.
- The bonus ones get no stage time: you do them while the swarms work.
Look at the panel:
- Read the blinking mission out loud and ask whoever has it to show their neighbour.
- If the average coverage passes 70 %: "this room is faster than the rehearsal".
Clock: you should be here at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Goal: Introduce the Pocketknife and plant the forecast.
What to say:
- Count words, split the bill, convert colours: 30 tools people really use.
- Each one is an agent and a test; you decide how many agents, which model and a tool of your own.
Look at the panel:
- Still empty: "by the end of this block this chart shows the time and cost of every swarm in the room".
Typical failures and the answer:
- The canivete-project folder does not exist → --check sets it up in step 9
Clock: you should be here at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Goal: Give each person a tool that is only theirs.
What to say:
- There are 4 templates: calc, convert, text and generate; the agent only writes the run() function.
- gen.mjs tells you which field is wrong and gives an example.
Look at the panel:
- Read the most chosen templates: "the room likes calc; who made a generate one?".
Typical failures and the answer:
- gen.mjs refuses my-tool.json → read the message: it names the field and gives an example
- No ideas → use the example as it is: it works
Clock: you should be here at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Goal: Get the room to split, so the comparison on the panel is rich.
What to say:
- Suggestion: front rows 4, middle 8, back 12.
- More agents finish sooner, but the main session coordinates more: the cost does not go down.
Look at the panel:
- No points yet: "in 10 minutes we will see who was right".
Clock: you should be here at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Goal: Record the decision and the forecast before seeing the result.
What to say:
- The graph is deterministic: it comes from the specs, not from the model.
- The forecast only goes to the panel, to compare with the real time.
Look at the panel:
- If the forecast median shows: "the room thinks X minutes; let us see".
Typical failures and the answer:
- ERROR: plan not found later → run /demo-plan first, in the canivete-project folder
Clock: you should be here at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Goal: See a swarm work, and the effect of the room’s decisions.
What to say:
- Each square is a tool: yellow working, green passed, red failed.
- The reds are the next slide: it is not bad luck.
Look at the panel:
- At 4 min, when the dots show: "the 12s finished first; see whether they spent less".
- If the real median is far from the forecast: "we said X, it took Y; who got it right?".
Typical failures and the answer:
- Port 3000 is busy → server.js uses the next one and says which
- It asks for a permission halfway → the project must be trusted: the setup does it; accept and carry on
- The swarm stopped → run /demo-swarm again: it resumes where it was
Clock: you should be here at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Goal: Understand that what the spec does not decide, the agent guesses.
What to say:
- The 3 broken on purpose (nm-03, dn-01, tx-02) leave out a rule; the agent picks the "obvious" answer, and it is the wrong one.
- The message says what the tool returned and what the spec does not decide, never the right value: you decide.
- No agent may change a spec: that is your job.
Look at the panel:
- If "specs fixed" is still 0 at 2 min: "open the red one’s spec.md and write one line with the rule".
Typical failures and the answer:
- It goes red again → the rule is ambiguous: write an example with the value
- Does not know the rule → think like the person who asked for the tool: what is right for an accountant?
Clock: you should be here at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Goal: Close the loop: quality and cost, measured.
What to say:
- The reviewer is Opus: it reads a summary, not the whole tree, and says APPROVED or REJECTED.
- The cost comes from the real tokens and the published prices.
Look at the panel:
- Read the cost per green for 4, 8 and 12: "more agents did not get cheaper".
- If there are Sonnet swarms: "Sonnet cost more and gave hardly any more greens".
Typical failures and the answer:
- GATE: REJECTED → read the reservations; usually it is a red one still to fix
Clock: you should be here at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Goal: Close the tool-or-skill idea: what the swarm built, Claude calls as a tool.
What to say:
- This is a tool: code with typed inputs, called by name, with no recipe to read.
- Same tool, two ways to use it: the page in the browser and Claude.
Look at the panel:
- If M11 stays low: "Claude Code must be open in the Pocketknife folder; /mcp shows whether the canivete server is connected".
Typical failures and the answer:
- Claude cannot find the tool → /mcp: the canivete server must be connected; reopen with claude -c
- It answers without calling the tool → ask by name: use the my-01 tool
Clock: you should be here at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Goal: Connect Project 2 to what they already did.
What to say:
- The plan is /demo-plan, the swarm is /demo-swarm, the gate is /demo-review: the difference is that the task comes from an issue.
- The default path is the Municipal Library, with no login; whoever has Jira or GitHub working can use their own issue.
Look at the panel:
- The funnel is empty: "in 30 minutes we want the whole room at the end".
- Whoever will work in their own repository and prefers that nothing leaves the laptop: "unregister stops the sending; your mission book stays, and register --again turns it back on".
Clock: you should be here at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Goal: Get everyone a task that has been read.
What to say:
- EX-1 is small: validate the ISBN and the email when creating books and readers.
- The intake only reads: it writes nothing to Jira or GitHub.
Look at the panel:
- If the funnel is still at "intake" at 3 min: "check you are in the practice-project folder".
Typical failures and the answer:
- Issue not found → run it in the practice-project folder: the path is issues/EX-1.json
Clock: you should be here at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Goal: Decide on the why, not on the number.
What to say:
- The planner reads the issue and the code and proposes subtasks: tasks that touch the same files go in different batches.
- Adjusting is normal: the plan is a proposal.
Look at the panel:
- Read the histogram: "most have 2 or 3; whoever adjusted, why?".
Typical failures and the answer:
- PLAN INVALID → ask the planner to fix it: the message says what is missing
Clock: you should be here at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Goal: See the swarm on a real task, with resume.
What to say:
- Esc interrupts; /task-swarm again resumes where it was.
- If the planner chose worktrees, each agent works in its own copy of the repository.
Look at the panel:
- Halfway, read the funnel: "half are already at the gate; whoever is still in the swarm, let it run".
Typical failures and the answer:
- A subtask fails 3 times → read the reason on the dashboard; fix the description and run --retry
- The dashboard shows nothing → it has to run in the project folder
Clock: you should be here at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Goal: Deliver nothing without verification.
What to say:
- The gate runs the tests, looks for secrets and dangerous code, and asks Opus for the verdict.
- A REJECTED is not a failure: it is the gate doing its job.
Look at the panel:
- If approved gates stay low: "read the reservations; it is almost always a test still to run".
Typical failures and the answer:
- GATE: REJECTED → fix what the reservations say and run /task-gate again
Clock: you should be here at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Goal: Close the task and keep what was learned.
What to say:
- In the practice project the report goes to report.md; in Jira or GitHub, /task-report only writes after your yes.
- The memory stays on your laptop and the next /task-intake reads it.
Look at the panel:
- When the funnel reaches "report": "whoever closed it, move on to EX-3".
Typical failures and the answer:
- MEMORY UNAVAILABLE → the Agent Memory app is not installed: the rest works; --check shows step 10
Clock: you should be here at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Goal: Run the cycle without help.
What to say:
- EX-3 is a small security flaw (IDOR), with an authorisation test already written.
- It is the final test of the workshop: if you can do it alone, you can do it tomorrow in your repository.
Look at the panel:
- Read the closed issues: "N EX-3s closed already".
Typical failures and the answer:
- EX-1 is not finished → carry on with EX-1: EX-3 is optional
Clock: you should be here at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Goal: Close with the room’s numbers and 3 concrete ideas.
What to say:
- The 3 numbers on the panel are "do better" ones: cost per green, greens at the first try, % on Haiku.
- Everything you installed keeps working tomorrow: start with the next issue assigned to you, with /task-intake.
Look at the panel:
- Read the average cost per person against the US$ 5 target.
- Read the % of greens at the first try: "this is what a good spec buys".
Clock: you should be here at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Goal: Open the questions.
What to say:
- Questions can go past 90 minutes. Anyone who did not run the setup installs now.
- The panel deletes everything at midnight; your mission book and your memories stay on your laptop.
Look at the panel:
- If there is time: show the final leaderboard.
Clock: you should be here at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Agent orchestration with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Missions, a swarm that builds a pocketknife and a real task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rules: cost and what the panel sees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cost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per person, for the whole day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ceiling, never the goal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cut off for cost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panel sees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missions you did and your decisions (agents, model)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GitHub name, on the leaderboard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your prompts, your code or any token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deleted at midnight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do today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blocks, always on your laptop, always hands-on: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short missions: plan mode, models, subagents, skills, hooks, /loop and a tool of your own, one at a time.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swarm of agents builds the Pocketknife: 30 tools plus yours. You decide how many agents and which model.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on a real task: an issue from the practice project, or from your Jira or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take home: the kit installed, a memory of what you learned and a cycle to use tomorrow.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we will work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in both projects: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decide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spec, how many agents and which model.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agents do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parallel, each with its own task and its own test.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 checks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tests, secrets, dangerous code and the Opus review.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panel shows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room has done, live (never your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memory learns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lessons of each project, for next time.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memory learns with you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Memory app keeps, on your laptop, what you learn during the 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reads before planning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and /task-plan first look for what you already know.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saves at the end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and /task-report save the lessons of each project; /memory saves one of yours.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opens with an empty graph; by the end of the day it has the lessons of the Pocketknife and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Check and join the panel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terminal, run the command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your name on the panel leaderboard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1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97412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15700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the panel?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61420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summary table with no failures and your name on the panel, under "Registered"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Did a step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--doctor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command it suggests, one at a time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Pair with a neighbour and call 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likely cause and the command that fixes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missions, an empty grid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missions will the room light up in 15 minutes?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mission checks itself: you do it, and the panel lights up.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missions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without touching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mode reads and plans, but writes nothing.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Shift+Tab until "plan mode on" shows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plan and leave plan mode with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would you add volume conversion?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with steps, and no file changed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right model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Each model has a price: Haiku for the simple, Sonnet for the work, Opus to decide.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Haiku and confirm with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simple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does units.js do? One sentence.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Haiku’s answer, for a fraction of the cost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 works in a clean context and returns only the summary.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the work to a subagent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work on the side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only the result back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an Explore subagent to list the functions in src/units.js that have no test.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list; your main session did not fill up with files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or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give Claude more power. You will use both today: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function with typed inputs that Claude calls (Read, Bash, memory_add, the Pocketknife's). For: deterministic, testable, cheap in tokens. Against: needs code and a server.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Markdown recipe Claude follows (/demo-swarm, your /summary). For: written in minutes, flexible. Against: the model interprets it, costs tokens, can drift.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Together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skill can call tools: the recipe decides what, the tool does it exactly.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skill is a named recipe, not a tool: a SKILL.md that Claude Code follows when you call it.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create the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and come back to the same session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skill by name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6654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88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.claude/skills/summary/SKILL.md: summarise a file in 3 lines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/summary src/units.js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3-line summary, made by your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hook is a command Claude Code runs on an event.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for the hook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any edit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PostToolUse hook (Edit|Write) in .claude/settings.local.json that appends the time and the file to edits.log.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comment at the top of README.md.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line in edits.log on every edit. Broke something? Esc Esc goes back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Until it is green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/loop repeats a request on its own, until the condition is true.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it work: do not type anything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everything is green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run npm test and fix the first red test; when everything is green, stop the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 red tests turn green and the loop stops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room is missing (and the bonus M7 to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Which mission did the fewest people do?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9496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bonus ones are for the waits in the projects: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what is a subagent?   (a tip, not checked)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show the model and the branch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"Summarise the README" --model haiku &gt; summary.txt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save a lesson about the converter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build: the Pocketknife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do 8 agents take to build 30 tools?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everyday tools, each made by an agent with its own test, plus yours.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Pocketknife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 your tool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example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title, concept, template and examples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spec and the test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tools invented by the room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my-01, with spec and test, ready for the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agents, and which model?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parallelism (and the model of the tools):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Slower; the main session coordinates little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ground, the default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but the cost does not go down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--model haiku (the default, cheap) or --model sonnet (dearer, about the same greens)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523951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96519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+ Predict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plan with your decision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minutes forecast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waves and the cost estimate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will your swarm take?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 asks; you may skip it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PLAN.md with 4 waves and the cost estimate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Release the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a bonus mission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each dot is a finished swarm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fills with greens; 2 or 3 tools stay red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Why did this tool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red test’s message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the rule the spec does not give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the spec and retry only that one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did nm-03 fail?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editor, then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(add the rule)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one turns green on the second try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and cost: which decision won?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review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cost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with your forecast and with the panel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cost per green, by parallelism and model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and the cost per green tool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84962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5753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tool, used by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tools the swarm built are Claude tools too: call them by name.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Claude Code in the Pocketknife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use your tool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tool call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the my-01 tool with an example of your own.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40080" y="7341718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914400" y="752459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in the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914400" y="7981798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2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85555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9619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739835"/>
            <a:ext cx="10180015" cy="875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calls mcp__canivete__my-01 and answers with your tool's result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same cycle, in another repository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changes when the task is real?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memory: the same orchestration, now with the /task-* skills.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practice project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stop sending to the panel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"$HOME/.workshop-claude/kit/telemetry"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ctl.mjs 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Read the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practice project, open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issue EX-1 (it is a JSON file, no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Jira or GitHub? Use one of yours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your repository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.workshop/task.md with the issue, the criteria and what the memory already knows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/task-plan proposes a number and says why.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Approve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with the plan as it is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Fewer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Cheaper, slower; fewer conflicts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fewer agents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More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only if the tasks do not touch the same files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agents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/task-plan and read why it chose that number.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how many agents the room chose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Put the swarm to work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the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the bonus missions you are missing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in the project folder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the funnel moves on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subtasks green; the state stays in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verdict and the reservations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it asks for, if it asks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with tests, secrets and dangerous code checked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report and the memory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report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lesson in the memory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repository: confirm before each write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save the lesson from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report.md in the practice project and a new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Now on your own: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cycle on EX-3, with no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on EX-1? Carry on with it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EX-3 closed: a reader can no longer see another reader’s loans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day in numbers, and 3 ideas to take home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would you do differently tomorrow?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5394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ideas to take home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612648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612648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spec does not decide, the agent guesses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9951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9951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agents is not cheaper: decide the parallelism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8638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8638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for the simple, and always measure the cost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Questions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time limit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orchestration with Claude (v2)</dc:title>
  <dc:subject>PptxGenJS Presentation</dc:subject>
  <dc:creator>Workshop Claude</dc:creator>
  <cp:lastModifiedBy>Workshop Claude</cp:lastModifiedBy>
  <cp:revision>1</cp:revision>
  <dcterms:created xsi:type="dcterms:W3CDTF">2026-10-22T18:13:39Z</dcterms:created>
  <dcterms:modified xsi:type="dcterms:W3CDTF">2026-10-22T18:13:39Z</dcterms:modified>
</cp:coreProperties>
</file>