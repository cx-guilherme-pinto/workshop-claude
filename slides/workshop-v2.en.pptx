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3b43215-1298-1aa3-cb79-4f8abb8cae52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348f2a70-df19-93b6-266e-4415cb2ed57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oject 1" id="{9f3d4d78-5398-5566-64b2-3207c5b39fc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oject 2" id="{efb1dfe3-eb69-d413-050a-74f5087fdecc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losing" id="{c69d2b15-dd49-a714-e9ed-6042f01cbfa6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10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6 guided missions of 2 minutes each,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missions
Goal: Show that a skill is just a file anyone can write.
What to say:
- The workshop skills (/demo-plan, /task-swarm…) are exactly this: Markdown with instructions.
- claude -c resumes the previous conversation: nothing is lost when you leave.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22:00]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24:00]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26:00] 2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 · CAN SKIP
Goal: See the result and trust what was made.
What to say:
- Everything there was written by agents in the last 15 minutes, with tests.
Typical failures and the answer:
- The page does not open → node server.js must be running in the other terminal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- Whoever will work in their own repository and prefers that nothing leaves the laptop: "unregister stops the sending; your mission book stays, and register --again turns it back on".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short missions: plan mode, models, subagents, skills, hooks and /loop,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9496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skip"/>
          <p:cNvSpPr/>
          <p:nvPr/>
        </p:nvSpPr>
        <p:spPr>
          <a:xfrm>
            <a:off x="4325112" y="411480"/>
            <a:ext cx="237744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kip-label"/>
          <p:cNvSpPr txBox="1"/>
          <p:nvPr/>
        </p:nvSpPr>
        <p:spPr>
          <a:xfrm>
            <a:off x="4462272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SKIP</a:t>
            </a:r>
            <a:endParaRPr lang="en-US" sz="2000" dirty="0"/>
          </a:p>
        </p:txBody>
      </p:sp>
      <p:sp>
        <p:nvSpPr>
          <p:cNvPr id="6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Use your Pocketknife</a:t>
            </a:r>
            <a:endParaRPr lang="en-US" sz="4400" dirty="0"/>
          </a:p>
        </p:txBody>
      </p:sp>
      <p:sp>
        <p:nvSpPr>
          <p:cNvPr id="8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Pocketknife in the browser</a:t>
            </a:r>
            <a:endParaRPr lang="en-US" sz="2600" dirty="0"/>
          </a:p>
        </p:txBody>
      </p:sp>
      <p:sp>
        <p:nvSpPr>
          <p:cNvPr id="10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tool</a:t>
            </a:r>
            <a:endParaRPr lang="en-US" sz="2600" dirty="0"/>
          </a:p>
        </p:txBody>
      </p:sp>
      <p:sp>
        <p:nvSpPr>
          <p:cNvPr id="12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for real</a:t>
            </a:r>
            <a:endParaRPr lang="en-US" sz="26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100" dirty="0"/>
          </a:p>
        </p:txBody>
      </p:sp>
      <p:sp>
        <p:nvSpPr>
          <p:cNvPr id="17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8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9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 working next to the other 30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stop sending to the panel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94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1264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1264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951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951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8638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8638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2026-10-20T14:33:05Z</dcterms:created>
  <dcterms:modified xsi:type="dcterms:W3CDTF">2026-10-20T14:33:05Z</dcterms:modified>
</cp:coreProperties>
</file>