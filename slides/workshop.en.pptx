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7a01a4-794d-f9b5-8e03-096d3e8a1996}">
          <p14:sldIdLst>
            <p14:sldId id="256"/>
            <p14:sldId id="257"/>
            <p14:sldId id="258"/>
          </p14:sldIdLst>
        </p14:section>
        <p14:section name="Install" id="{c2933e2c-8978-5c9c-2824-d806af5d2e59}">
          <p14:sldIdLst>
            <p14:sldId id="259"/>
            <p14:sldId id="260"/>
            <p14:sldId id="261"/>
          </p14:sldIdLst>
        </p14:section>
        <p14:section name="Concepts" id="{2ffd350f-6a73-b56c-3e91-cf5361d79800}">
          <p14:sldIdLst>
            <p14:sldId id="262"/>
            <p14:sldId id="263"/>
            <p14:sldId id="264"/>
            <p14:sldId id="265"/>
            <p14:sldId id="266"/>
            <p14:sldId id="267"/>
            <p14:sldId id="268"/>
            <p14:sldId id="269"/>
            <p14:sldId id="270"/>
          </p14:sldIdLst>
        </p14:section>
        <p14:section name="Preview" id="{6169af97-5bf8-4c39-745b-af1712abd707}">
          <p14:sldIdLst>
            <p14:sldId id="271"/>
            <p14:sldId id="272"/>
            <p14:sldId id="273"/>
            <p14:sldId id="274"/>
          </p14:sldIdLst>
        </p14:section>
        <p14:section name="Project 1" id="{3584057c-e71d-4792-d12c-1047d0a4a62b}">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1e08d9fc-c37a-de15-87b2-59cc2ec4b358}">
          <p14:sldIdLst>
            <p14:sldId id="291"/>
            <p14:sldId id="292"/>
          </p14:sldIdLst>
        </p14:section>
        <p14:section name="Project 2" id="{2060fc48-f612-f4e2-2738-61cb79aa38ee}">
          <p14:sldIdLst>
            <p14:sldId id="293"/>
            <p14:sldId id="294"/>
            <p14:sldId id="295"/>
            <p14:sldId id="296"/>
            <p14:sldId id="297"/>
            <p14:sldId id="298"/>
            <p14:sldId id="299"/>
          </p14:sldIdLst>
        </p14:section>
        <p14:section name="Closing" id="{8856aa53-f092-ef35-dc3d-f54525d6c1eb}">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(v1.0.0-rc.3).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/status page: each square is a task, yellow while an agent works on it and green when its test passes. On the right, the terminal with the agent batches. The time and cost are the real ones.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tools/routine.mjs --install --yes (without --yes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e"/>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https://github.com/cx-guilherme-pinto/workshop-claude/releases/download/v1.0.0-rc.3/setup-mac.sh | bash</a:t>
            </a:r>
            <a:endParaRPr lang="en-US" sz="1400" dirty="0"/>
          </a:p>
        </p:txBody>
      </p:sp>
      <p:sp>
        <p:nvSpPr>
          <p:cNvPr id="9" name="code-background"/>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e"/>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https://github.com/cx-guilherme-pinto/workshop-claude/releases/download/v1.0.0-rc.3/bootstrap-windows.ps1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e"/>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after"/>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icon-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na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price-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icon-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na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price-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icon-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na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price-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footer"/>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({{PRICING_DATA}}).</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8.6 min · US$ 3.36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e"/>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memory_search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PLAN.md, the graph with the dependencies, the waves and the cost estimate.</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e"/>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e-background"/>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e"/>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e-background"/>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e"/>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e"/>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e"/>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e-background"/>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tools/workshop/orchestrator/grade.mjs --all and fix the first red task with the implementer agent; stop when everything is green</a:t>
            </a:r>
            <a:endParaRPr lang="en-US" sz="14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notice-background"/>
          <p:cNvSpPr/>
          <p:nvPr/>
        </p:nvSpPr>
        <p:spPr>
          <a:xfrm>
            <a:off x="6202375" y="384048"/>
            <a:ext cx="5440680" cy="457200"/>
          </a:xfrm>
          <a:prstGeom prst="rect">
            <a:avLst/>
          </a:prstGeom>
          <a:solidFill>
            <a:srgbClr val="F25928"/>
          </a:solidFill>
          <a:ln w="12700">
            <a:solidFill>
              <a:srgbClr val="F25928"/>
            </a:solidFill>
            <a:prstDash val="solid"/>
          </a:ln>
        </p:spPr>
      </p:sp>
      <p:sp>
        <p:nvSpPr>
          <p:cNvPr id="13" name="notice"/>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e"/>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e"/>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~/workshop-claude/practice-project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00400"/>
            <a:ext cx="6705295" cy="1660550"/>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2026-10-17T21:49:10Z</dcterms:created>
  <dcterms:modified xsi:type="dcterms:W3CDTF">2026-10-17T21:49:10Z</dcterms:modified>
</cp:coreProperties>
</file>