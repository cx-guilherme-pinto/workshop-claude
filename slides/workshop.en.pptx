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9a7ee8-3693-280e-fb2b-d62e31c36fc4}">
          <p14:sldIdLst>
            <p14:sldId id="256"/>
            <p14:sldId id="257"/>
            <p14:sldId id="258"/>
          </p14:sldIdLst>
        </p14:section>
        <p14:section name="Install" id="{4ab745fb-52d2-51aa-cd1e-3b7d893c404f}">
          <p14:sldIdLst>
            <p14:sldId id="259"/>
            <p14:sldId id="260"/>
            <p14:sldId id="261"/>
          </p14:sldIdLst>
        </p14:section>
        <p14:section name="Concepts" id="{b397093c-f6ba-e92e-2b1e-58eecfa517f1}">
          <p14:sldIdLst>
            <p14:sldId id="262"/>
            <p14:sldId id="263"/>
            <p14:sldId id="264"/>
            <p14:sldId id="265"/>
            <p14:sldId id="266"/>
            <p14:sldId id="267"/>
            <p14:sldId id="268"/>
            <p14:sldId id="269"/>
            <p14:sldId id="270"/>
          </p14:sldIdLst>
        </p14:section>
        <p14:section name="Preview" id="{136ddbd1-ac9d-58c4-1dac-a77ae74ccb51}">
          <p14:sldIdLst>
            <p14:sldId id="271"/>
            <p14:sldId id="272"/>
            <p14:sldId id="273"/>
            <p14:sldId id="274"/>
          </p14:sldIdLst>
        </p14:section>
        <p14:section name="Project 1" id="{c5c54012-287b-cf7c-0222-b97ab8b4a901}">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8a0f9c4e-0412-fb38-fb1c-ab1e00d0e05c}">
          <p14:sldIdLst>
            <p14:sldId id="291"/>
            <p14:sldId id="292"/>
          </p14:sldIdLst>
        </p14:section>
        <p14:section name="Project 2" id="{06f977bd-dd4b-3a8e-28ef-cb0e1ac2eec6}">
          <p14:sldIdLst>
            <p14:sldId id="293"/>
            <p14:sldId id="294"/>
            <p14:sldId id="295"/>
            <p14:sldId id="296"/>
            <p14:sldId id="297"/>
            <p14:sldId id="298"/>
            <p14:sldId id="299"/>
          </p14:sldIdLst>
        </p14:section>
        <p14:section name="Closing" id="{c0a63952-de58-8784-7df2-0424df6f5368}">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(v1.0.0-rc.1).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tasks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tasks. On the left, the /status page: each square is a task, yellow while an agent works on it and green when its test passes. On the right, the terminal with the agent batches. The time and cost are the real ones.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measured run, the 100-task swarm took 6.5 min (the full session, 9 min);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challenge tasks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(6.5 min in the measured run;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tools/routine.mjs --install --yes (without --yes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with all 100 tasks: US$ 3.39 in one real end-to-end run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e"/>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1400" dirty="0"/>
          </a:p>
        </p:txBody>
      </p:sp>
      <p:sp>
        <p:nvSpPr>
          <p:cNvPr id="9" name="code-background"/>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e"/>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e"/>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after"/>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icon-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na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price-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icon-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na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price-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icon-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na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price-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footer"/>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({{PRICING_DATA}}).</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8.6 min · US$ 3.36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challenge formats and one test for each task</a:t>
            </a:r>
            <a:endParaRPr lang="en-US" sz="19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105 tasks: 100 challenges, lib-hash, 2 pages, integration and review</a:t>
            </a:r>
            <a:endParaRPr lang="en-US" sz="19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e"/>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memory_search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PLAN.md, the graph with the dependencies, the waves and the cost estimate.</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e"/>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task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task and that task's test, and uses the right model: Haiku for the bulk.</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page in the browser</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http://localhost:3000/status: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e-background"/>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e"/>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e-background"/>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e"/>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e"/>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e"/>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e-background"/>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tools/workshop/orchestrator/grade.mjs --all and fix the first red task with the implementer agent; stop when everything is green</a:t>
            </a:r>
            <a:endParaRPr lang="en-US" sz="14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notice-background"/>
          <p:cNvSpPr/>
          <p:nvPr/>
        </p:nvSpPr>
        <p:spPr>
          <a:xfrm>
            <a:off x="6202375" y="384048"/>
            <a:ext cx="5440680" cy="457200"/>
          </a:xfrm>
          <a:prstGeom prst="rect">
            <a:avLst/>
          </a:prstGeom>
          <a:solidFill>
            <a:srgbClr val="F25928"/>
          </a:solidFill>
          <a:ln w="12700">
            <a:solidFill>
              <a:srgbClr val="F25928"/>
            </a:solidFill>
            <a:prstDash val="solid"/>
          </a:ln>
        </p:spPr>
      </p:sp>
      <p:sp>
        <p:nvSpPr>
          <p:cNvPr id="13" name="notice"/>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56055"/>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04895"/>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687775"/>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4035247"/>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e"/>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e"/>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~/workshop-claude/practice-project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00400"/>
            <a:ext cx="6705295" cy="1660550"/>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2026-10-17T12:06:15Z</dcterms:created>
  <dcterms:modified xsi:type="dcterms:W3CDTF">2026-10-17T12:06:15Z</dcterms:modified>
</cp:coreProperties>
</file>